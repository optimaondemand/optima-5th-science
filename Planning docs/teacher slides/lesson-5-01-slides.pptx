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60 seconds to think quietly. Cold call 3–4 students: "What clue tipped you off?"
Listen for: temperature, weight, texture, pull toward magnet. All of those are properties — that's the vocabulary for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write independently. No sharing yet — preserve their first thinking.
Watch for students who say "I just knew" — ask: "What did your hands tell your brain?" Guide toward sensory evidence → property language.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After the rows — ask: "Why can't we just look?
Elicit: color can be painted, shape can be cut. ONLY tested properties are reliable.
Have students copy the quote into their science notebooks.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After each question, ask: "Who can add a piece of evidence?" Then: "Who sees a weakness in that argument?"
Target: students move from opinion to evidence-based claims before the CER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the CER aloud for one material. Then ask students to build the CER for Material Z (metal) in pairs.
Push on reasoning: "Why does the evidence rule out copper?" → not magnetic is insufficient alone — need all four tests.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80560"/>
            <a:ext cx="9144000" cy="65836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828800" cy="2743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· UNIT 2 — MATTER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51206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5.01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877824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Can Materials Be Identified?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65760" y="1920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E7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· Unit 2 — Matter   |   Week 5   |   SC.5.P.8.1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395728"/>
            <a:ext cx="8412480" cy="438912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45059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Name five properties used to identify materials.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898648"/>
            <a:ext cx="8412480" cy="438912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95351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Match each property to the right test.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3401568"/>
            <a:ext cx="8412480" cy="438912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45643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Use property data as evidence to identify an unknown material.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5760" y="459028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 |  SC.5.P.8.1  |  Properties of Matter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440180" cy="2743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4401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&amp; WONDER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Reach Into the Bag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B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feel four items — smooth and cold, rough and heavy, light and bendy, and one that tugs toward a magnet. You're already identifying materials without seeing them.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1783080"/>
            <a:ext cx="8412480" cy="65836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83794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  NOTICE: "What clues are you using to sort these items besides sight?"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5760" y="2542032"/>
            <a:ext cx="8412480" cy="658368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596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WONDER: "Could two very different materials feel exactly the same?"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333756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E7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quietly first — then share one NOTICE and one WONDER.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B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371600" cy="274320"/>
          </a:xfrm>
          <a:prstGeom prst="rect">
            <a:avLst/>
          </a:prstGeom>
          <a:solidFill>
            <a:srgbClr val="F07D35"/>
          </a:solidFill>
          <a:ln w="12700">
            <a:solidFill>
              <a:srgbClr val="F07D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You Learn — Write Your Prediction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8412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59536"/>
            <a:ext cx="8229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Prediction Prompt: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were you able to start guessing what was inside the bag? What clues were you using?"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19202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2–3 sentences. You will come back to this at the end of the lesson.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487168"/>
            <a:ext cx="8412480" cy="1005840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542032"/>
            <a:ext cx="8229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prediction: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_____________________________________________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_____________________________________________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371600" cy="274320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Words That Scientists Use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4114800" cy="1508760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77824"/>
            <a:ext cx="3931920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 MATERIAL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stuff something is made of — like wood, plastic, metal, or glass.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663440" y="822960"/>
            <a:ext cx="4114800" cy="1508760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877824"/>
            <a:ext cx="3931920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PROPERTY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feature you can observe or measure — like hardness, color, or magnetism.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468880"/>
            <a:ext cx="4114800" cy="1508760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523744"/>
            <a:ext cx="3931920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🧲  MAGNETISM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a magnet sticks to a material. Only iron, steel, nickel, and cobalt are magnetic.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663440" y="2468880"/>
            <a:ext cx="4114800" cy="1508760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2523744"/>
            <a:ext cx="3931920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💎  HARDNESS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well a material resists being scratched. Glass is harder than fingernails.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371600" cy="274320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Words to Know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4114800" cy="1508760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77824"/>
            <a:ext cx="3931920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🌊  FLEXIBILITY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a material bends without breaking. Rubber bends — glass snaps.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663440" y="822960"/>
            <a:ext cx="4114800" cy="1508760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877824"/>
            <a:ext cx="3931920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💧  SOLUBILITY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a material can dissolve in water. Salt dissolves — sand does not.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468880"/>
            <a:ext cx="4114800" cy="1508760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523744"/>
            <a:ext cx="3931920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CONDUCTIVITY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electricity flows through a material. Metals conduct — plastic does not.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663440" y="2468880"/>
            <a:ext cx="4114800" cy="1508760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2523744"/>
            <a:ext cx="3931920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 USE ALL SIX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use each word in one sentence? Try it in your notebook.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7C7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371600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Tests — Five Properties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2560320" cy="56692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3210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🧲 MAGNETISM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017520" y="777240"/>
            <a:ext cx="2194560" cy="566928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08960" y="83210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Magnet test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0" y="777240"/>
            <a:ext cx="3474720" cy="566928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94960" y="83210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magnet attract it?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1435608"/>
            <a:ext cx="2560320" cy="56692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49047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💎 HARDNESS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017520" y="1435608"/>
            <a:ext cx="2194560" cy="566928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08960" y="149047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Scratch test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303520" y="1435608"/>
            <a:ext cx="3474720" cy="566928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94960" y="149047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fingernail / key / glass scratch it?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2093976"/>
            <a:ext cx="2560320" cy="56692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1488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🌊 FLEXIBILITY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017520" y="2093976"/>
            <a:ext cx="2194560" cy="566928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08960" y="21488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Bend test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303520" y="2093976"/>
            <a:ext cx="3474720" cy="566928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94960" y="21488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bend without breaking?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52344"/>
            <a:ext cx="2560320" cy="56692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280720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💧 SOLUBILITY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017520" y="2752344"/>
            <a:ext cx="2194560" cy="566928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08960" y="280720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test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303520" y="2752344"/>
            <a:ext cx="3474720" cy="566928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94960" y="280720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dissolve when stirred in water?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5760" y="3410712"/>
            <a:ext cx="2560320" cy="56692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46557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CONDUCTIVITY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017520" y="3410712"/>
            <a:ext cx="2194560" cy="566928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108960" y="346557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test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303520" y="3410712"/>
            <a:ext cx="3474720" cy="566928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94960" y="346557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light a bulb in a simple circuit?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65760" y="416052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Copywork: "Scientists identify materials by testing their properties, not just looking at them."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B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595628" cy="2743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5956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TESTING WORKS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Test Uses a Different Property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need special equipment for most property tests. Each test targets one specific property — that's what makes the evidence reliable.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481328"/>
            <a:ext cx="40233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36192"/>
            <a:ext cx="3840480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ELIMINATION METHOD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multiple tests lets you rule out materials one by one.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material that is: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NOT magnetic → not iron/steel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NOT soluble → not salt/sugar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NOT flexible → not rubber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"no" shrinks the list.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0" y="1481328"/>
            <a:ext cx="42062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1536192"/>
            <a:ext cx="4023360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= BETTER EVIDENCE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test gives you a clue.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tests give you a pattern.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tests give you strong evidence.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Scientists never rely on a single data point when identifying an unknown material.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B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440180" cy="2743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4401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TABLE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Property Tests at a Glance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2743200" cy="43891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5953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0" y="804672"/>
            <a:ext cx="2377440" cy="43891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0" y="859536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TEST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69280" y="804672"/>
            <a:ext cx="3108960" cy="43891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0720" y="859536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"YES" TELLS YOU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316736"/>
            <a:ext cx="2743200" cy="493776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3716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Magnetism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00400" y="1316736"/>
            <a:ext cx="2377440" cy="493776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3716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magnet near sample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669280" y="1316736"/>
            <a:ext cx="3108960" cy="493776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0720" y="137160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 iron, steel, nickel, or cobalt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1865376"/>
            <a:ext cx="274320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19202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Hardness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00400" y="1865376"/>
            <a:ext cx="23774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192024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to scratch with fingernail, key, glass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669280" y="1865376"/>
            <a:ext cx="310896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60720" y="192024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Harder than the scratching tool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2414016"/>
            <a:ext cx="2743200" cy="493776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24688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Flexibility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200400" y="2414016"/>
            <a:ext cx="2377440" cy="493776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0" y="246888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to bend the sample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669280" y="2414016"/>
            <a:ext cx="3108960" cy="493776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60720" y="246888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Bends without snapping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65760" y="2962656"/>
            <a:ext cx="274320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0175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Solubility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200400" y="2962656"/>
            <a:ext cx="23774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91840" y="301752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Stir in water — observe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669280" y="2962656"/>
            <a:ext cx="310896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60720" y="301752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Dissolves (particles too small to see)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365760" y="3511296"/>
            <a:ext cx="2743200" cy="493776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35661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Conductivity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3200400" y="3511296"/>
            <a:ext cx="2377440" cy="493776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91840" y="356616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in simple circuit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5669280" y="3511296"/>
            <a:ext cx="3108960" cy="493776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760720" y="356616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 flows through it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371600" cy="274320"/>
          </a:xfrm>
          <a:prstGeom prst="rect">
            <a:avLst/>
          </a:prstGeom>
          <a:solidFill>
            <a:srgbClr val="2A7A4B"/>
          </a:solidFill>
          <a:ln w="12700">
            <a:solidFill>
              <a:srgbClr val="2A7A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Identify Three Mystery Materials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80467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B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property data below to identify each mystery material. You must cite at least TWO property clues for each.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8412480" cy="566928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7218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X: Hard (key cannot scratch it) · NOT magnetic · NOT flexible · NOT soluble in water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2057400"/>
            <a:ext cx="8412480" cy="566928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1226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Y: Flexible · NOT magnetic · Soft (fingernail marks it) · NOT soluble in water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2697480"/>
            <a:ext cx="8412480" cy="566928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75234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Z: Magnetic · Very hard (glass cannot scratch it) · NOT flexible · NOT soluble in water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5760" y="340156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from: metal (iron/steel), rubber, wood, plastic, salt, glass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" y="384048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and Think: Could a material be magnetic AND flexible? Can you name a real example?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B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751076" cy="2743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7510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 TABLE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Record Your Identification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1280160" cy="42062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3210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691640" y="777240"/>
            <a:ext cx="1371600" cy="42062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83080" y="83210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MAGNETIC?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108960" y="777240"/>
            <a:ext cx="1371600" cy="42062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83210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26280" y="777240"/>
            <a:ext cx="1371600" cy="42062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83210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0" y="777240"/>
            <a:ext cx="1371600" cy="42062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0" y="83210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SOLUBLE?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60920" y="777240"/>
            <a:ext cx="1417320" cy="42062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52360" y="832104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1261872"/>
            <a:ext cx="1280160" cy="566928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131673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Mystery X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691640" y="1261872"/>
            <a:ext cx="1325880" cy="566928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08960" y="1261872"/>
            <a:ext cx="1325880" cy="566928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26280" y="1261872"/>
            <a:ext cx="1325880" cy="566928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0" y="1261872"/>
            <a:ext cx="1325880" cy="566928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60920" y="1261872"/>
            <a:ext cx="1417320" cy="566928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1901952"/>
            <a:ext cx="12801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195681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Mystery Y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691640" y="1901952"/>
            <a:ext cx="13258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108960" y="1901952"/>
            <a:ext cx="13258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26280" y="1901952"/>
            <a:ext cx="13258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1901952"/>
            <a:ext cx="13258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60920" y="1901952"/>
            <a:ext cx="14173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2542032"/>
            <a:ext cx="1280160" cy="566928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259689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Mystery Z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1691640" y="2542032"/>
            <a:ext cx="1325880" cy="566928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108960" y="2542032"/>
            <a:ext cx="1325880" cy="566928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26280" y="2542032"/>
            <a:ext cx="1325880" cy="566928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43600" y="2542032"/>
            <a:ext cx="1325880" cy="566928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360920" y="2542032"/>
            <a:ext cx="1417320" cy="566928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331012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ANSWERS: X = Glass   |   Y = Rubber or Plastic   |   Z = Metal (iron/steel)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365760" y="37490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Copper is a metal but NOT magnetic — so magnetism alone doesn't confirm iron/steel. That's why multiple tests matter.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B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828800" cy="2743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YOUR THINKING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 in Complete Sentences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8412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77824"/>
            <a:ext cx="8229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Which properties ruled out the most possibilities the fastest? Explain why those tests were so powerful.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920240"/>
            <a:ext cx="8412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975104"/>
            <a:ext cx="8229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For Material Z — what properties could ALSO match copper, which is NOT magnetic? Name at least two differences.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3017520"/>
            <a:ext cx="8412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072384"/>
            <a:ext cx="8229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Why can't you identify a material by color alone? Give a specific example of two materials that look alike but behave differently.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517904" cy="274320"/>
          </a:xfrm>
          <a:prstGeom prst="rect">
            <a:avLst/>
          </a:prstGeom>
          <a:solidFill>
            <a:srgbClr val="F07D35"/>
          </a:solidFill>
          <a:ln w="12700">
            <a:solidFill>
              <a:srgbClr val="F07D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&amp; DEFEND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Big Questions — Use Evidence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8412480" cy="1005840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77824"/>
            <a:ext cx="8229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classmate says 'Just look at it — you can tell it's plastic.' What's wrong with this approach? Name a case where two different materials look the same but behave differently."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920240"/>
            <a:ext cx="8412480" cy="1005840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975104"/>
            <a:ext cx="8229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"Which of the five property tests gives the STRONGEST evidence? Why? Could it ever be wrong on its own?"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" y="30632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starters: "I disagree because the evidence shows…" / "The strongest test is ___ because…" / "A counterexample would be…"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371600" cy="274320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SCIENTIST TALK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Claim — Evidence — Reasoning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841248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7782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CLAIM:  "I claim Mystery Material X is glass because it passed three specific tests…"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554480"/>
            <a:ext cx="8412480" cy="777240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09344"/>
            <a:ext cx="82296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EVIDENCE:  "The evidence shows it is hard (key could not scratch it), not flexible, not magnetic, and not soluble — four test results that point to one material."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2423160"/>
            <a:ext cx="8412480" cy="777240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478024"/>
            <a:ext cx="82296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REASONING:  "This rules out metal (would be magnetic), rubber (would be flexible), and salt (would dissolve). Glass matches all four results."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" y="331012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this frame for Part C of your assignment. Cite at least THREE property test results.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371600" cy="2743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SELF-CHECK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1 of 2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8412480" cy="685800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32104"/>
            <a:ext cx="82296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material floats in water, bends easily, and does NOT stick to a magnet. What is it most likely?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572768"/>
            <a:ext cx="8412480" cy="56692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276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Iron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212848"/>
            <a:ext cx="8412480" cy="566928"/>
          </a:xfrm>
          <a:prstGeom prst="rect">
            <a:avLst/>
          </a:prstGeom>
          <a:solidFill>
            <a:srgbClr val="2A7A4B"/>
          </a:solidFill>
          <a:ln w="12700">
            <a:solidFill>
              <a:srgbClr val="2A7A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26771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Rubber  ✓  CORRECT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852928"/>
            <a:ext cx="8412480" cy="566928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9077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Salt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5760" y="356616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Rubber floats, bends, and is not magnetic. Salt would dissolve. Iron is magnetic and sinks.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371600" cy="2743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SELF-CHECK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2 of 2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8412480" cy="685800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32104"/>
            <a:ext cx="82296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test gives the best evidence that a material is NOT an iron-based metal?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572768"/>
            <a:ext cx="8412480" cy="566928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276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It is white in color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212848"/>
            <a:ext cx="8412480" cy="566928"/>
          </a:xfrm>
          <a:prstGeom prst="rect">
            <a:avLst/>
          </a:prstGeom>
          <a:solidFill>
            <a:srgbClr val="2A7A4B"/>
          </a:solidFill>
          <a:ln w="12700">
            <a:solidFill>
              <a:srgbClr val="2A7A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26771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A magnet does not attract it  ✓  CORRECT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852928"/>
            <a:ext cx="8412480" cy="566928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9077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It floats in water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5760" y="356616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materials float — that alone proves nothing. But if a magnet doesn't attract it, it definitely lacks iron and steel.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595628" cy="274320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5956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MIND-BLOWING FACT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Aerogel: 99.8% Air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1207008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B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Aerogel is a solid material that is 99.8% air. It is lighter than most gases, yet it can support the weight of a brick without cracking. It is the best heat insulator ever created — NASA uses it in spacesuits and Mars rovers.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2331720"/>
            <a:ext cx="4114800" cy="1261872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86584"/>
            <a:ext cx="393192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🔭 Extension Q1: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Aerogel is solid and hard, yet ultra-light. Which of our five property tests would give you the most information about it? Explain.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2331720"/>
            <a:ext cx="4114800" cy="1261872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2386584"/>
            <a:ext cx="393192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Extension Q2: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two materials had identical results on all five tests, would that prove they are the same material? What additional test might you design?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B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673352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PREVIEW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Will Turn In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84124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59536"/>
            <a:ext cx="82296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PART A — Property Profile Chart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two-column chart: left column = property name and test method, right column = result for each mystery material. All five properties, all three materials.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2084832"/>
            <a:ext cx="8412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139696"/>
            <a:ext cx="8229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PART B — Property Test Questions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(1) Which test proved most useful? Why? (2) What's wrong with identifying only by color? (3) For Material Z, why couldn't copper match?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" y="321868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 and Revise Your Thinking are on the next slide.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B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751076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7510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— PART C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 Written Response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8412480" cy="5029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32104"/>
            <a:ext cx="8229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mystery material and write a complete Claim–Evidence–Reasoning response.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621792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26464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CLAIM:  "I claim Mystery Material ___ is ___ because ..."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2066544"/>
            <a:ext cx="8412480" cy="621792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21408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EVIDENCE:  "In the property tests, it showed [list at least THREE specific results] ..."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2761488"/>
            <a:ext cx="8412480" cy="621792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816352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REASONING:  "These results rule out [name 2+ other materials] because ..."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5760" y="354787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4 sentences. Use at least three vocabulary words from this lesson.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E7C7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828800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 YOUR THINKING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 to Your Prediction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80467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B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back and read what you wrote at the beginning of the lesson.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841248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5331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What clues did you mention in your prediction? Which were properties (even if you didn't call them that yet)?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029968"/>
            <a:ext cx="841248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0848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What did you learn that you did NOT know before? Name one specific thing that surprised you.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2761488"/>
            <a:ext cx="841248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816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Write 2–3 sentences revising your prediction: how are scientists' methods more reliable than guessing by feel?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595628" cy="274320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5956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SUBMIT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5.01 — Submission Checklist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8412480" cy="521208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704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Part A — Property profile chart: all 5 properties × 3 mystery materials completed.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709928"/>
            <a:ext cx="8412480" cy="521208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76479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Part B — All three evidence questions answered in complete sentences.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304288"/>
            <a:ext cx="8412480" cy="521208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35915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Part C — CER with CLAIM + EVIDENCE (3+ test results) + REASONING (2+ materials ruled out).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898648"/>
            <a:ext cx="8412480" cy="521208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95351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Revise Your Thinking — 2–3 sentences connecting prediction to what you learned.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493008"/>
            <a:ext cx="8412480" cy="521208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54787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Vocab check — at least three lesson words used accurately in your responses.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422452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Lesson 5.02 — Investigation: Mystery Material Tests (you run the tests yourself!)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5.01 — How Can Materials Be Identified?</dc:title>
  <dc:subject>PptxGenJS Presentation</dc:subject>
  <dc:creator>PptxGenJS</dc:creator>
  <cp:lastModifiedBy>PptxGenJS</cp:lastModifiedBy>
  <cp:revision>1</cp:revision>
  <dcterms:created xsi:type="dcterms:W3CDTF">2026-07-16T18:50:48Z</dcterms:created>
  <dcterms:modified xsi:type="dcterms:W3CDTF">2026-07-16T18:50:48Z</dcterms:modified>
</cp:coreProperties>
</file>