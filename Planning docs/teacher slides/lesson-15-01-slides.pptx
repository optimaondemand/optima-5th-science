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have you experienced? Ask a student to describe what they noticed. Bridge to: Today we find out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2-3 min to write. Ask 2-3 students to share. Do NOT confirm or correct. Say: Hold that 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follow-up: Ask students to put the concept in their own words. Then ask for a real-life example. Do not move on until two students can state the big idea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 min to think. Cold-call one student per question. Follow-up: What evidence supports that?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 check: Use at least TWO of: force, motion, speed, distance, greater, change in motion. If student writes only one sentence, ask: What does your evidence show?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UNIT 3  WEEK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More Force Change Motion?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SC.5.P.13.2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5943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852928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that a greater force causes a greater change in motion.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172968"/>
            <a:ext cx="5943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236976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effects of weak and strong forces on the same object.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57016"/>
            <a:ext cx="5943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621024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how changing the force will change an object's motion.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365760"/>
            <a:ext cx="2286000" cy="4389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|  5th Grade Science  |  Lesson 15.01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Object. Different Force. Very Different Result.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046720" cy="100584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78272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roll a marble with a gentle flick -- it moves slowly and stops quickly. You roll the same marble with a hard flick -- it zips across the floor and bounces off the wall. Same marble, same starting position. The only difference? How hard you pushed.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49424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402336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60904"/>
            <a:ext cx="3803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one thing you can push gently or push hard. What is different about the result each time?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249424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596896"/>
            <a:ext cx="420624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660904"/>
            <a:ext cx="3986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more force always mean more speed? Or could it change something else about the motion?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Engage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-- Write Your Prediction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046720" cy="80467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7827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going to test a soccer ball with three different force amounts: a finger tap, a half-strength kick, and the hardest possible kick. Predict what will happen to the ball's speed and distance for each. Write at least two sentences.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046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50008"/>
            <a:ext cx="78272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science notebook. You will return to this at the 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or a pull. The strength of a force decides how much an object's motion changes.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moves from one place to another. A force is what changes motion.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88036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29184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something is moving. A bigger force usually means more speed.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88036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329184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something moves. A bigger force usually pushes an object a longer distance.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Vocabulary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(cont.)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Larger. A greater force makes a greater change in motion.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motion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object speeds up, slows down, starts, stops, or changes direction.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898648"/>
            <a:ext cx="81930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RULE: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charges attract. Like charges repel.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force = more change in motion.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forces = no motion.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Vocabulary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81930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greater the force applied to an object, the greater the change in motion. A bigger force can make an object go faster, farther, or turn more. Force can also slow things down -- and the bigger the force, the faster the stop.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4114800" cy="14630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06040"/>
            <a:ext cx="3895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of one thing you can push gently or push hard. What is different about the result each time?"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542032"/>
            <a:ext cx="4114800" cy="14630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606040"/>
            <a:ext cx="3895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and a friend push a heavy box together. It moves faster than when you push alone. Why?"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Key Concept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Causes Motion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1170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12648"/>
            <a:ext cx="81930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 is a push or a pull. A force is what causes an object to start moving, stop moving, speed up, slow down, or change direction. Not all forces are the same size -- and size matters a lot.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7922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More Force Rule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8412480" cy="1170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240280"/>
            <a:ext cx="81930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rule: the greater the force, the greater the change in motion. A gentle push moves an object a little. A strong push moves it a lot more. This works for speed, distance, and direction.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4198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Can Slow Things Down Too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3803904"/>
            <a:ext cx="8412480" cy="1170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867912"/>
            <a:ext cx="81930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does not just speed things up. When you catch a baseball, you use force to stop it. When you press the brakes on a bike, the brake pads push against the wheel and slow it. Bigger force = faster stop.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Content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-- Visual Overview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2807208" cy="4206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Tap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Force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26243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moves just a few inches.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very slow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very short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force barely changes the ball's motion at all.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72968" y="621792"/>
            <a:ext cx="2807208" cy="4206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6583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Half-Strength Kick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Force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64408" y="1078992"/>
            <a:ext cx="26243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rolls a moderate distance.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medium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medium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force = more motion change.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0176" y="621792"/>
            <a:ext cx="2807208" cy="4206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0176" y="6583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Kick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Force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71616" y="1078992"/>
            <a:ext cx="26243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zooms far and fast.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fast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far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force produces the largest change in motion.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Diagram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Result -- Three Force Scenarios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scenario: predict how far and how fast the ball will go. Use the rule: more force = more change.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08176"/>
            <a:ext cx="841248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72184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A kid lines up to kick a soccer ball. They take a light, half-strength swing.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32304"/>
            <a:ext cx="841248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96312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The same kid takes their hardest possible kick on the same ball.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56432"/>
            <a:ext cx="841248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520440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C: Now imagine the kid taps the ball with just their finger -- a very small force.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Investigate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Table -- Copy Into Your Notebook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20116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21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77440" y="621792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6217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Strength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621792"/>
            <a:ext cx="51206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6217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distance/speed -- Why?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01168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0058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Half-strength kick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0058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005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005840"/>
            <a:ext cx="512064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1104" y="1005840"/>
            <a:ext cx="5010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distance, medium speed -- medium force causes medium change in motion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9202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Hardest possible kick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19202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2304" y="19202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192024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920240"/>
            <a:ext cx="5010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distance, fast speed -- biggest force causes biggest change in motion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201168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8346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Finger tap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8346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32304" y="28346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512064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61104" y="2834640"/>
            <a:ext cx="5010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moves, very slow -- tiny force causes tiny change in motion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Data Table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Thinking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complete sentences. Use vocabulary words.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9260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8096" y="914400"/>
            <a:ext cx="8010144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978408"/>
            <a:ext cx="7790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Scenario A (half-strength kick), predict the ball's motion. Will it go a long way or a short way? Why?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9260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" y="2286000"/>
            <a:ext cx="8010144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350008"/>
            <a:ext cx="7790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Scenario B (hardest kick), compare to Scenario A. What is bigger, and what stays the same?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29260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" y="3657600"/>
            <a:ext cx="8010144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721608"/>
            <a:ext cx="7790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Scenario C (finger tap), what would you predict? Use the rule more force equals more change in your answer.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Record Your Thinking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Your Thinking with Evidence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5156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8193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classmate says: a big force always makes an object move FAST. Is this always true? What if the object is really heavy?"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105156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258568"/>
            <a:ext cx="8193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soccer players take a running start to kick? How does that change the force on the ball?"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12464"/>
            <a:ext cx="41148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776472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agree that more force means more change, but it depends on mass too, because..."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712464"/>
            <a:ext cx="41148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3776472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running start adds more force because the player's momentum..."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Discuss &amp; Defend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 |  Evidence  |  Reasoning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4-6 sentences total. Use 2+ lesson vocab words.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412480" cy="8778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53896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-- How does force affect motion? Write one clear sentence. No starter.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8412480" cy="87782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04872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-- Compare what happened with small vs. large forces in the three scenarios. At least two pieces.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8778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355848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-- Why does this fit what we know?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"This makes sense because the rule says the greater the force, the greater the..."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CER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BIG RULE about force and motion?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62456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Force has no effect on motion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66544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30552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small force changes motion more than a big force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69494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98648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greater the force, the greater the change in motion     CORRECT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86200"/>
            <a:ext cx="8193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greater the force you apply, the greater the change in motion. More force = more speed, more distance, or bigger direction change.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Self-Check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kid pushes a wagon with a small force, then pushes it again with a much bigger force. What happens?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62456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wagon moves the same distance both times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66544"/>
            <a:ext cx="8412480" cy="69494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30552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wagon goes farther and faster with the bigger force     CORRECT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98648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bigger force breaks the wagon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86200"/>
            <a:ext cx="8193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wagon, bigger force = more change in motion. The wagon goes farther and reaches higher speed when pushed harder.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Self-Check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Incredible -- Beyond the Lesson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23444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8193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major-league baseball pitcher can throw a ball at about 100 MILES PER HOUR -- using a force of around 100 pounds on the ball during the throw. A kid playing catch might get the ball to 20 mph. Same ball, different force, very different motion!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411480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825496"/>
            <a:ext cx="38953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ant can push objects much bigger than itself. How can a small force from a tiny creature move something MUCH bigger?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761488"/>
            <a:ext cx="411480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825496"/>
            <a:ext cx="38953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soccer players take a running start before kicking? How does the running approach increase the force on the ball at the moment of the kick?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Elaborate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-- Parts A and B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8193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-- Home Force Examples: Find 3 examples at home where you can change the force on the same object. For each, describe what happens with a SMALL force vs a LARGE force.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8412480" cy="21031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350008"/>
            <a:ext cx="81930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-- Evidence Questions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Compare Scenarios A and B (half-kick vs hardest kick). What is the SAME about both? What is DIFFERENT?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Scenario C, you used a finger tap -- the smallest force. How did that change the ball's motion compared to the kicks?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Think about stopping motion. If you press brakes harder on a bike, the bike stops faster. How does this fit the big rule?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Assignment A &amp; B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-- Part C (CER)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6692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8193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How does force affect motion? Use your three scenarios as evidence to defend your claim.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91640"/>
            <a:ext cx="8193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CLAIM -- How does force affect motion? Write one clear sentence. No starter.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04872"/>
            <a:ext cx="8193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EVIDENCE -- Compare what happened with small vs. large forces in the three scenarios. At least two pieces.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54096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118104"/>
            <a:ext cx="8193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This makes sense because the rule says the greater the force, the greater the...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67328"/>
            <a:ext cx="841248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831336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TWO of: force, motion, speed, distance, greater, change in motion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Assignment C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Your Thinking Change?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prediction. Write 3-4 sentences answering these: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9260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" y="1389888"/>
            <a:ext cx="8010144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453896"/>
            <a:ext cx="7790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predict about how force would change the ball's motion?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29260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" y="2560320"/>
            <a:ext cx="8010144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624328"/>
            <a:ext cx="7790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today's lesson confirm or change your prediction?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30752"/>
            <a:ext cx="29260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" y="3730752"/>
            <a:ext cx="8010144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794760"/>
            <a:ext cx="7790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biggest new idea about force and motion you would add now?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Revise Your Thinking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43000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A: Three home examples with small vs. large force described for each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92808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B: All three evidence questions answered using the scenarios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42616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C: Claim, evidence, and reasoning -- 4-6 sentences total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28416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392424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Revise Your Thinking: 3-4 sentences on how your thinking changed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142232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Vocab Check: At least TWO lesson words used accurately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 via Canvas: copy text, photo your notebook, or record a video.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15.01  |  Optima Academy Online  |  SC.5.P.13.2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2026-08-28T17:40:15Z</dcterms:created>
  <dcterms:modified xsi:type="dcterms:W3CDTF">2026-08-28T17:40:15Z</dcterms:modified>
</cp:coreProperties>
</file>