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have you experienced? Ask a student to describe what they noticed. Bridge to: Today we find out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2-3 min to write. Ask 2-3 students to share. Do NOT confirm or correct. Say: Hold that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follow-up: Ask students to put the concept in their own words. Then ask for a real-life example. Do not move on until two students can state the big idea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 to think. Cold-call one student per question. Follow-up: What evidence supports that?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check: Use at least TWO of: force, distance, data, trial, pattern, evidence. If student writes only one sentence, ask: What does your evidence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UNIT 3  WEEK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Testing Force and Motion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SC.5.P.13.2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852928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 marble from three ramp heights and measure rolling distance.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72968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236976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trials at each height and identify the pattern in your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57016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621024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argue that greater force produces greater distance.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"/>
            <a:ext cx="2286000" cy="4389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5th Grade Science  |  Lesson 15.02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Force In. Farther Rolls. Measure It Yourself.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046720" cy="10058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78272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 build a simple ramp and release a marble from three different heights. Each height gives the marble a different starting force. You will measure how far it rolls each time -- and look for the pattern.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402336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60904"/>
            <a:ext cx="3803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start: predict which ramp height will make the marble roll farthest. Why?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596896"/>
            <a:ext cx="420624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60904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do 3 trials at each height instead of just 1?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Engage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-- Write Your Prediction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04672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7827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test a marble on three ramp heights: low, medium, and tall. Predict what will happen to the rolling distance as the ramp gets taller. Write at least two sentences explaining your prediction.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046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50008"/>
            <a:ext cx="78272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science notebook. You will return to this at the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or pull. In this lab, a taller ramp gives the marble a bigger starting force from gravity.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marble rolled. You will measure this with a ruler or by counting tiles.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you collect during an experiment. Today your data is the marble's rolling distance.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of an experiment. Doing 3 trials per height gives you stronger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(cont.)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in your data. Today's pattern: more force = more distance.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supports a claim. Distance measurements are evidence about how force affects motion.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98648"/>
            <a:ext cx="81930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attract. Like charges repel.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= more change in motion.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forces = no motion.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the force-motion rule, change only the FORCE and see if the change in motion gets bigger too. A taller ramp gives the marble a bigger starting force. Bigger force = farther roll.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it important to release the marble from the same SPOT on the ramp each time, just changing the HEIGHT?"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it useful to do 3 trials at each ramp height instead of just 1?"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Key Concept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12648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investigation uses a marble, a hardcover book, a stack of books, and a ruler. Safe but keep these rules: do not roll the marble near people's feet, do not let it roll off a table, use a flat hard surface.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7922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Heights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40280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ramp (1-2 books) -- small starting force. Medium ramp (2-3 books) -- medium force. Tall ramp (4-5 books) -- biggest force. Same marble, same release spot. Measure rolling distance for each.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198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Your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3803904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867912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trial, measure the marble's rolling distance. You will record 9 numbers (3 trials x 3 heights). Calculate an average for each height to see the pattern clearly.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Content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-- Visual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Ramp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books under end.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marble from top.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rolling distance.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shortest roll -- smallest starting force.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72968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Ramp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Force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4408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books under end.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release spot.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rolling distance.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medium roll -- bigger force, more distance.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0176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0176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Ramp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Force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71616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books under end.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release spot.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rolling distance.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longest roll -- biggest force, most distance.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Diagram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Ramp Investigation -- Three Heights, Three Trials Each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marble from the same spot. Change ONLY the height. Measure the rolling distance after each release.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72184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1 -- LOW ramp: Prop one end of ramp on 1-2 books. Release marble from the TOP. Measure how far it rolled from the bottom of the ramp. Do this 3 times and record all three measurements.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32304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96312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2 -- MEDIUM ramp: Add 1-2 more books to raise the ramp. Same release spot. Measure rolling distance for 3 trials.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56432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520440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3 -- TALL ramp: Add more books to make the tallest ramp. Same release spot. Measure rolling distance for 3 trials. Then calculate averages for all three heights.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Investigate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 -- Copy Into Your Notebook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21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Height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94560" y="621792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621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621792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621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621792"/>
            <a:ext cx="3291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6217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005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 books)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0058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005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10058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1005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005840"/>
            <a:ext cx="32918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100584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 / avg 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19202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(2-3 books)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94560" y="19202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9424" y="19202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19202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8224" y="19202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1920240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7024" y="192024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 / avg ___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8346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(4-5 books)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28346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9424" y="28346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28346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78224" y="28346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2834640"/>
            <a:ext cx="32918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2834640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 inches / avg ___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Data Table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sentences. Use vocabulary words.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" y="9144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9784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Height 1 (low ramp), what was your average rolling distance? How does that compare to the tall ramp?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" y="22860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500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 did you find in your data? How does distance change as the ramp height increases?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36576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7216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classmate's tall ramp rolled less than their medium ramp. What might have gone wrong? How could they fix it?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Record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Your Thinking with Evidence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friend tries your experiment and gets weird results -- the TALL ramp rolls less than the MEDIUM. What might have gone wrong?"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258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doing 3 trials better than doing just 1? What if you only did 1 trial per height?"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likely problem is that the marble might have... because in an experiment you need to..."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"Three trials are better because one trial could be off due to..."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Discuss &amp; Defend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|  Evidence  |  Reasoning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4-6 sentences total. Use 2+ lesson vocab 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8778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53896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-- What did your data show about force and motion? Write one clear sentence.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8412480" cy="87782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04872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-- What were your three average distances? How did they change from low to medium to tall?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8778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355848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-- Why does this fit what we know?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"This makes sense because the rule says a bigger force produces a bigger change in motion, which means..."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CER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ramp experiment, why did the marble roll FARTHER from the tall ramp than the low ramp?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marble was lighter on the tall ramp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taller ramp gave the marble a bigger starting force, so it moved farther     CORRECT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floor was less rough next to the tall ramp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taller ramp puts the marble higher up, giving it more force from gravity when released. Bigger force = farther roll. That is the rule in 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important to do 3 trials at each ramp height instead of just 1?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Three trials give more reliable data -- if one is weird, the others help spot the real pattern     CORRECT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It uses up more marbles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It takes longer, which is what scientists prefer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3 trials gives you a stronger picture of what really happens. If one trial is wobbly or measured wrong, the other two help you find the real average.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Incredible -- Beyond the Lesson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344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use ramps just like yours to design real cars and roller coasters. They build a small model on a ramp, measure distance and speed, then scale up. The same rule -- more force = more change in motion -- works whether your vehicle is a marble or a 5,000-pound car.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marble not roll forever? What force is slowing it down? How could you test this?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experiment on two different floor types -- tile and carpet. Predict which will let the marble roll farther. Why?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Elaborate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Parts A and 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Data Table and Bar Graph: Take a clear photo of your completed data table AND your bar graph from your notebook. Type your nine measurements as three groups of three.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21031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350008"/>
            <a:ext cx="81930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pattern did you find? As ramp height increased, what happened to rolling distance?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did you do 3 trials at each height instead of just 1? How did that help you trust your data?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one of your trials gave a very different result, what likely went wrong? Suggest a specific fix.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Assignment A &amp; B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 C (CER)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669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Does your data prove that greater force causes greater distance? Use your averages from all three heights as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91640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CLAIM -- What did your data show about force and motion? Write one clear sentence.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04872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EVIDENCE -- What were your three average distances? How did they change from low to medium to tall?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54096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18104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This makes sense because the rule says a bigger force produces a bigger change in motion, which means...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8313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of: force, distance, data, trial, pattern, evidence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Assignment 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Your Thinking Change?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prediction. Write 3-4 sentences answering these: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1389888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53896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about how ramp height would affect distance?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" y="2560320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624328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real data match your predictions? What surprised you?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3730752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794760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convincing piece of evidence from your data?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Revise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A: Data table with 9 measurements and 3 averages, plus bar graph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92808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B: All three evidence questions answered using your real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42616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C: Claim, evidence with averages, and reasoning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92424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Revise Your Thinking: 3-4 sentences comparing predictions to real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142232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Vocab Check: At least TWO lesson words used accurately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via Canvas: copy text, photo your notebook, or record a video.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15.02  |  Optima Academy Online  |  SC.5.P.13.2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2026-08-28T17:40:19Z</dcterms:created>
  <dcterms:modified xsi:type="dcterms:W3CDTF">2026-08-28T17:40:19Z</dcterms:modified>
</cp:coreProperties>
</file>