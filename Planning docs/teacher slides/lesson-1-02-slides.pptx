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This lesson builds directly on 1.01 — students will apply observation skills hands-on today with a real specimen.
Point out the shift from "sorting someone else's notebook" to "filling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minutes to write their prediction number + reasoning.
Don't tell them the answer — the surprise is part of the lesson.
Ask 2-3 students: "Why did you pick that number?" before moving on.
Follow-up: "What kinds of things would you even look for?"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review — don't linger. Point to each card and ask students to give an example from yesterday's lesson (Sam's notebook).
Repeated trials is new today: if you measure your leaf twice and get different numbers, which do you use?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"Medium-sized" is vague — different people have different ideas of medium.
"6 centimeters" — another scientist could check that with the same ruler.
Key idea: measurements let evidence be verified. Vague words can't be verified.
Follow-up: "What would you need to bring outside to measure your specimen well?"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forces specificity — you can't skip a category.
Ask: "Which version would help another scientist find the same leaf later? Why?"
Follow-up: "What would change your mind about which version is better?"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"Why would a sketch show something a photo might miss?"
Answer: a sketch is intentional — you decide what to label and emphasize.
The 200,000 leaves fact is a great hook: ask "what would you need to observe to tell any two leaves apart?"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zone. For each one, ask: "What would you need to MEASURE to make this a strong piece of evidence?"
This prepares students for the observation table steps.
Reminder: taste and smell are off-limits today for anything from outdoors.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need their specimen, ruler, and science notebook for this section.
Circulate during investigation time. Prompt students who have fewer than 8 observations: "What does the underside feel like? What's the exact color near the edge?"
Most students are surprised they can find 12-15 observations once they slow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table from the HTML lesson — word for word.
The last row ("your testable question") is Step 4 from the previous slide.
Remind students: measurements count as two observations (length + width = two rows already done).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3-4 minutes for students to write their answers.
For question 3: emphasize the testable question needs to be something they could actually do — observe, measure, count, compare.
Share 2-3 testable questions with the class and discuss: "Could you actually test this?"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exact Discuss &amp; Defend questions from the HTML lesson.
Insist on evidence from the table: "What specifically in your table makes you say that?"
For question 2: push students to defend WHY that observation is strongest — is it measurable? Specific? Could someone else verify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 share first — 60 seconds each.
This is the exact CER frame from Part C of the assignment. Students are practicing it live.
Remind them: "Your written response in Canvas uses these exact same sentence starters."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B — "7 cm long, toothed edge" uses measurement and specific detail. Verifiable by anyone.
Q2: C — color, pattern, texture. All from direct observation. A and B use "probably" and "I bet" — inference signal words.
Have students vote before you reveal. Ask a wrong-choice student to explain their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question connects directly to Part C of the assignment — this is what students will write.
"Could someone else use your observations to find YOUR leaf?" — that's the test of whether evidence is strong.
For the second question: measurements (length, width) are repeatable. "It was pretty"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predict 5-8 and find 12-15 once they slow down.
The surprise is the lesson: slowing down and using a structured table reveals more than a quick glance.
Ask: "What would happen if you came back to the same leaf tomorrow and looked again — would you find more?"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have already done all of this live today.
Part A: specimen sketch — they've done it already in the investigation.
Part B: evidence from their table — they just discussed it.
Part C: CER — they just said it aloud on slide 12.
This should feel like writing down what they already figured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 checklist together.
Remind students they can type answers, take a photo of their notebook, or record themselves explaining their specimen.
Preview: next week they'll design their own investigation — today's observation skills are the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Observing Like a Scientist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1 — Practice of Science   |   Week 1   |   SC.5.N.1.1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I can…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496312"/>
            <a:ext cx="8010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Make careful observations using my senses and measurements.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3090672"/>
            <a:ext cx="8010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Organize my observations in a notebook table.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3685032"/>
            <a:ext cx="8010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Ask a testable question about something I observed.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Grade Science  ·  Optima Academy Online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Minutes on One Leaf?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1645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a leaf — any leaf from outside. Most people look at a leaf for about two seconds and say, "Yep, that's a leaf."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might spend twenty minutes on the same leaf, filling a whole notebook page.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there possibly be to notice for twenty minutes?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things do you think you could notice about one leaf if you really tried? Write your prediction — at least two sentences. Explain what makes you think that number."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913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compare your prediction to your actual count at the end.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from yesterday — you'll need all of them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1508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notice using your senses or measurements.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150876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143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463040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about what an observation means.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1508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3464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3154680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or data that help support or test an idea.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4114800" cy="15087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83464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QUESTION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you can answer by collecting data or observing carefully.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3434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today: REPEATED TRIALS — doing the same test more than once to make your evidence stronger.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More Than Your Eyes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70432"/>
            <a:ext cx="81930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observers don't just look. They use as many senses as they safely can. A leaf might look smooth — but feel waxy. A rock might look gray — but feel cold and heavy. Each sense gives you a different kind of observation.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441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make vague observations into strong evidence: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816352"/>
            <a:ext cx="3200400" cy="62179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88950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tool: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"kind of small"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281635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0" y="2816352"/>
            <a:ext cx="3200400" cy="6217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24528" y="288950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ruler: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"4.2 centimeters"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2816352"/>
            <a:ext cx="1417320" cy="6217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70648" y="2889504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ruler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3200400" cy="62179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602736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tool: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edge looks bumpy"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352958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0" y="3529584"/>
            <a:ext cx="3200400" cy="6217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3602736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magnifier: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"twelve tiny teeth along one side"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60920" y="3529584"/>
            <a:ext cx="1417320" cy="6217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70648" y="3602736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magnifier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2793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"Which observation is stronger evidence: 'the leaf is medium-sized' or 'the leaf is 6 centimeters long'? Why?"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Table Helps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70432"/>
            <a:ext cx="8193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often record observations in a table instead of long paragraphs. A table forces you to be specific. You can't write "it was pretty" in a column called color. You have to write the actual color.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notes vs. Table notes: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023360" cy="155448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633472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leaf was medium-sized and kind of greenish. It felt smooth-ish. There were some lines on it. Pretty interesting overall."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4023360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2633472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6.2 cm long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light green, dark green spots near tip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14 small teeth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Texture: waxy, smooth side / rough underside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2245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Reason: "If you wrote everything you noticed in one big paragraph, what kinds of details might you forget to include?"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Sketching Counts — and So Does Slowing Down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1005840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 if you can't draw well. Scientific sketches are about accuracy, not beauty. A simple drawing with labels and arrows carries more information than three sentences of writing.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267712"/>
            <a:ext cx="8412480" cy="960120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3172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 Careful observation is the start of every scientific investigation. The more specific your observations, the stronger your evidence becomes — and the better questions you can ask.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Connection: Field biologists sketch in their notebooks every day. A photo can miss what matters. A sketch shows what the scientist chose to focus on — and that's evidence too.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9776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mind-blowing fact: One oak tree can have around 200,000 leaves — almost none look exactly the same when you compare them up close.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a Scientist Notices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91440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thickness, color, any fuzz or texture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15568"/>
            <a:ext cx="4114800" cy="91440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1887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46304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toothed, wavy, or lobed? Count the teeth if you can.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114800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219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496312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main veins? Do they run parallel or branch out?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11480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2219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496312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shades — light green, dark green, spots, brown edges?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4114800" cy="9144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5526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529584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or rough? Waxy or dry? Check both sides.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182112"/>
            <a:ext cx="4114800" cy="914400"/>
          </a:xfrm>
          <a:prstGeom prst="rect">
            <a:avLst/>
          </a:prstGeom>
          <a:solidFill>
            <a:srgbClr val="6B3080"/>
          </a:solidFill>
          <a:ln w="12700">
            <a:solidFill>
              <a:srgbClr val="6B3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25526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UNUSUAL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3529584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hole, a gall, discoloration, an insect mark — anything others might miss.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your investigation: use these six categories to guide your observation table.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Investigation: One Specimen, Ten Observations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you're the scientist. Find one small thing from outside and fill a notebook page with real observations.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75488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6968" y="1828800"/>
            <a:ext cx="7891272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96696" y="1901952"/>
            <a:ext cx="7671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specimen — a leaf, pebble, shell, or piece of bark. Write your choice at the top of your notebook page.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475488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591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6968" y="2359152"/>
            <a:ext cx="7891272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96696" y="2432304"/>
            <a:ext cx="7671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what you see. Draw as accurately as you can. Add at least 3 labels with arrows pointing to specific features.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475488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8950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" y="2889504"/>
            <a:ext cx="7891272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6696" y="2962656"/>
            <a:ext cx="7671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your observation table — every row, no skipping. Use the ruler when you can. Words, not guesses.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475488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198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" y="3419856"/>
            <a:ext cx="7891272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6696" y="3493008"/>
            <a:ext cx="7671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question. Look back through your table: what surprised you? Write one testable question your observations made you want to ask.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950208"/>
            <a:ext cx="475488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5020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6968" y="3950208"/>
            <a:ext cx="7891272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6696" y="4023360"/>
            <a:ext cx="7671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check. Count your observations. Did you reach 10? If not, look again — there's almost always something missed.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TABLE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this table and fill every row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7899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Observing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005840"/>
            <a:ext cx="4251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6008" y="1078992"/>
            <a:ext cx="4032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Observed (use measurements when you can)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46304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(length, cm)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389888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6008" y="1463040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411480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181051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(width, cm)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1737360"/>
            <a:ext cx="425196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36008" y="1810512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084832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15798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Color(s)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2084832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2157984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432304"/>
            <a:ext cx="411480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250545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2432304"/>
            <a:ext cx="425196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36008" y="2505456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779776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285292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(smooth, toothed, wavy…)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2779776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36008" y="2852928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127248"/>
            <a:ext cx="411480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320040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(touch)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26280" y="3127248"/>
            <a:ext cx="425196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36008" y="3200400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474720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" y="35478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unusual?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26280" y="3474720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36008" y="3547872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822192"/>
            <a:ext cx="411480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" y="389534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detail others might miss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26280" y="3822192"/>
            <a:ext cx="425196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36008" y="3895344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169664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" y="42428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surprised you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26280" y="4169664"/>
            <a:ext cx="4251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36008" y="4242816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4517136"/>
            <a:ext cx="411480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5488" y="459028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testable question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26280" y="4517136"/>
            <a:ext cx="4251960" cy="329184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36008" y="4590288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Find?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8961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70432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863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1170432"/>
            <a:ext cx="7644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choose as your specimen? Describe it in 1–2 sentences using at least two specific details from your 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02920" cy="8961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176272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103120"/>
            <a:ext cx="7863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2176272"/>
            <a:ext cx="7644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observation surprised you most, or felt the hardest to spot at first? Why?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502920" cy="8961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182112"/>
            <a:ext cx="283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108960"/>
            <a:ext cx="7863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" y="3182112"/>
            <a:ext cx="7644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testable question from Step 4. Then explain how a scientist could try to answer it.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096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sentences. Use specific words or measurements from your table.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2618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88720"/>
            <a:ext cx="8193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classmate looked at the same kind of object and only wrote four observations, would their evidence be weaker than yours? Why or why not?"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think their evidence would be ___ because ___."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11430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542032"/>
            <a:ext cx="81930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observation in your table do you think is the strongest piece of evidence about your specimen? Why did you pick that one over the others?"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7307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defend your answer using your observation table as evidence.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965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moves: "What would change your mind?" / "Who can add on?" / "How does that connect to what we said yesterday?"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 your written explanation out loud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specimen is one of a kind. What observations from your investigation would help someone else recognize it if you took it away and asked them to find it again?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371600" cy="731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828800"/>
            <a:ext cx="6995160" cy="7315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8288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is true?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"Someone could recognize my specimen by using observations of…"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1371600" cy="7315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651760"/>
            <a:ext cx="6995160" cy="7315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651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observations from your table support this?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my observation table, I recorded…"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1371600" cy="7315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3474720"/>
            <a:ext cx="6995160" cy="73152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474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evidence work better than guesses?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details work better than guesses because…"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try to use observation · evidence · inference · testable question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check our thinking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Which observation about a leaf is the strongest piece of evidence?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40233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490472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"The leaf is kind of big."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8412480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947672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"The leaf is 7 centimeters long and has a toothed edge."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40233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404872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"The leaf looks pretty in the sunlight."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You're observing a small rock. Which would a scientist record as evidence?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8412480" cy="40233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319272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"This rock is probably from a river."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40233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776472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"I bet this rock is old."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4233672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"The rock is dark gray with one white stripe and a smooth surface."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 Further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52144"/>
            <a:ext cx="8193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oak tree can have around 200,000 leaves — and almost none of them look exactly the same when you compare them up close.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Further: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8412480" cy="8046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560320"/>
            <a:ext cx="8193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table has specific observations. Could someone else use your table to pick YOUR leaf out of a group of five similar ones? What would they need?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8412480" cy="8046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474720"/>
            <a:ext cx="8193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studying an oak tree records observations every week for two years. Which rows of your table would be most useful to repeat over time, and why?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back to your prediction.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 of class, you predicted how many observations you could make about one specimen.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685800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645920"/>
            <a:ext cx="8193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observations did you predict? How many did you actually write?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8412480" cy="685800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423160"/>
            <a:ext cx="8193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 about how much there was to see?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8412480" cy="685800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200400"/>
            <a:ext cx="8193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change about how you observe something next time?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3977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sentences in your notebook. Be specific — mention your actual specimen.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Do on Your Own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640080" cy="10241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88720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51560" y="1115568"/>
            <a:ext cx="7726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61288" y="1188720"/>
            <a:ext cx="7507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NOTEBOOK SKETCH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 scan of your sketch with at least 3 labels and arrows. Type what your specimen is and what your three labels point 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640080" cy="10241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304288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051560" y="2231136"/>
            <a:ext cx="7726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61288" y="2304288"/>
            <a:ext cx="7507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observations from your table, one sentence each with specific details or measurements.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observation would be hardest for someone to argue with? Why?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testable question + two materials or tools needed to actually test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640080" cy="102412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419856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051560" y="3346704"/>
            <a:ext cx="7726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61288" y="3419856"/>
            <a:ext cx="7507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RESPONSE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"Someone could recognize my specimen by using observations of…" — Claim · Evidence from your table · Reasoning. 4–6 sentences total.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2 of: observation · evidence · inference · testable question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Turn In — Lesson 1.02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88720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 Drawing or photo of your specimen with at least 3 labeled arrows + a caption naming your specimen.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783080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Observation Table  All ten rows filled in. Measurements used wherever possible.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377440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 3 observations from your table in full sentences, strongest evidence explained, testable question + tools.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9864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971800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 CER response: Claim about identifying your specimen + Evidence from your table + Reasoning. 4–6 sentences.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566160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 3–4 sentences: your prediction count vs. actual count + what would change next time.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complete! Next week — Lesson 2.01: What Makes an Investigation Fair?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1.02 — Investigation: Observing Like a Scientist</dc:title>
  <dc:subject>PptxGenJS Presentation</dc:subject>
  <dc:creator>PptxGenJS</dc:creator>
  <cp:lastModifiedBy>PptxGenJS</cp:lastModifiedBy>
  <cp:revision>1</cp:revision>
  <dcterms:created xsi:type="dcterms:W3CDTF">2026-07-16T17:45:00Z</dcterms:created>
  <dcterms:modified xsi:type="dcterms:W3CDTF">2026-07-16T17:45:00Z</dcterms:modified>
</cp:coreProperties>
</file>