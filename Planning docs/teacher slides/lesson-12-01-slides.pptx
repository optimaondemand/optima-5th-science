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students: What do these three scenes have in common? Guide toward the idea that electricity needs a complete path. Do not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often think connecting one wire from battery to bulb is enough. Clarify: the circuit is a LOOP. Both ends must connect back. Open vs. closed is the key toggle.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Cold-call one student per question. Probe: What would happen if we replaced the wood in Setup C with aluminum foil?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4-5 minutes to draft their CER. Have two or three share their claim then ask: Does the evidence support that claim?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Common misconception: students think connecting one wire is enough. Reinforce: BOTH ends must connect back -- it must be a complete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The question asks what STOPS electricity. Distinguish conductor from insulator by property not memorization.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20040"/>
            <a:ext cx="12801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0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12.01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73152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Electricity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to Flow?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12140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Q2 - Unit 3: Energy, Electricity &amp; Motion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505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SC.5.P.11.1  |  TEKS 5.8(B), 5.6(A)  |  Circuits &amp; Conductors/Insulators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274320"/>
            <a:ext cx="2331720" cy="25603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347472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46520" y="566928"/>
            <a:ext cx="2331720" cy="475488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6248" y="64008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Describe what a circuit is and its parts.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1097280"/>
            <a:ext cx="2331720" cy="475488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1170432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Explain why electricity needs a complete loop.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46520" y="1627632"/>
            <a:ext cx="2331720" cy="475488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1700784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Identify conductors and insulators.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" y="4572000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|  5th Grade Science  |  Week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notice? What do you wonder?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21615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2743200" cy="132588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508760"/>
            <a:ext cx="25237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flip on a lamp. Light fills the room. Where did that light come from? What did the switch actually do?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1615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35608"/>
            <a:ext cx="2743200" cy="132588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1508760"/>
            <a:ext cx="25237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flashlight with fresh batteries glows. Pull out one battery -- it goes dark. Why?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216152"/>
            <a:ext cx="2523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35608"/>
            <a:ext cx="2743200" cy="132588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508760"/>
            <a:ext cx="252374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of holiday lights: remove one bulb and the WHOLE string goes dark. Why would one missing bulb affect all of them?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28803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electricity need in order to move?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273552"/>
            <a:ext cx="3931920" cy="32004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346704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do you NOTICE in these three scenes?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1480" y="3639312"/>
            <a:ext cx="3931920" cy="32004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12464"/>
            <a:ext cx="3712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What do you WONDER about how electricity flows?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3273552"/>
            <a:ext cx="4297680" cy="68580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3346704"/>
            <a:ext cx="40782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 one notice and one wonder in your notebook before we move 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Your Prediction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804672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43584"/>
            <a:ext cx="8101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circuit setups are shown below. In each one something is different. Predict: which setup will light the bulb and why? Write at least two sentences in your science notebook before we move forward.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2633472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945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2633472" cy="11887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0545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two wires + bulb.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connected in a loop.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light? 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121408"/>
            <a:ext cx="2633472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21945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432304"/>
            <a:ext cx="2633472" cy="11887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250545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parts -- but one wire is cut.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ends are NOT touching.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light? ___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121408"/>
            <a:ext cx="2633472" cy="29260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194560"/>
            <a:ext cx="2414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432304"/>
            <a:ext cx="2633472" cy="118872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505456"/>
            <a:ext cx="24140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parts -- but a piece of wood sits between the wire ends.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light? ___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76732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Think about what electricity needs to travel from one place to another.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prediction. You will revise it at the end of the lesson.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-- Part 1 of 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840480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CIRCUIT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loop that electricity flows through. Needs a power source, a conducting path, and something to power.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170432"/>
            <a:ext cx="4297680" cy="1572768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5819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battery, two wires, and a bulb all connected in a loop make a simple electric circuit.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3840480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lets electricity flow through it easily. Most metals are conductors.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2926080"/>
            <a:ext cx="4297680" cy="1572768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17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copper wires inside a lamp cord are conductors -- electricity flows easily through copper.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these words into your notebook with the definition in your own words.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-- Part 2 of 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840480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does NOT let electricity flow through it. Rubber, plastic, and wood are insulators.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170432"/>
            <a:ext cx="4297680" cy="1572768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1581912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rubber coating on a wire is an insulator. It keeps electricity inside and protects you from shock.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26080"/>
            <a:ext cx="3840480" cy="157276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 CIRCUIT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circuit is a complete loop -- electricity flows. An open circuit has a gap -- electricity stops.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2926080"/>
            <a:ext cx="4297680" cy="1572768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017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333756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switch OFF = open circuit (gap, no flow). Switch ON = closed circuit (complete loop, bulb lights).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one more conductor and one more insulator from your house?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Electricity Needs to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120700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43584"/>
            <a:ext cx="81015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flows only through a closed circuit -- a complete loop. The loop must have: (1) a power source such as a battery, (2) a conducting path like metal wires, and (3) a load such as a bulb. Break the loop anywhere -- cut a wire, open a switch, or put an insulator in the path -- and the electricity stops completely.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2724912" cy="157276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786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62656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or outlet pushes electricity around the loop. No source = no 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18688" y="2514600"/>
            <a:ext cx="2724912" cy="157276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25786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Conducting Path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10128" y="2962656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wires let electricity travel from place to place. Conductors allow flow.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71616" y="2514600"/>
            <a:ext cx="2724912" cy="157276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63056" y="257860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(a job)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63056" y="2962656"/>
            <a:ext cx="2542032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bulb, motor, or buzzer. The electricity powers something useful.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206240"/>
            <a:ext cx="8321040" cy="62179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4279392"/>
            <a:ext cx="8101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  --  Look at your bedroom light switch. When the room is dark, is the circuit open or closed? How do you know?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vs. Open Circuits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160520" cy="356616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CIRCUIT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circuit is a complete unbroken loop. Electricity flows from the battery through the wires through the bulb and back to the battery. The bulb lights up. Every part must be connected -- one loose wire means no flow.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loop -&gt; bulb lights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101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CIRCUIT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3931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circuit has a gap. The loop is broken -- by a cut wire, a loose connection, a dead battery, or an open switch. Electricity stops at the gap.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15568"/>
            <a:ext cx="4160520" cy="3566160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8872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CIRCUITS FAIL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53619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wire is cut or pulled loose -- gap in the path.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04825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battery is dead -- no push for electricity.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 bulb is burned out -- path through the bulb is broken.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0723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switch is open (off) -- a designed break in the loop.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5844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 insulator is in the path -- the material stops the flow.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42245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are DESIGNED open circuits -- they let you break and close the loop on purpose.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34416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of an Electric Circuit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148840" cy="361188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PARTS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source)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(conducting path)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008376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 or Device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758184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 or closes loop)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14600" y="1115568"/>
            <a:ext cx="4069080" cy="3611880"/>
          </a:xfrm>
          <a:prstGeom prst="rect">
            <a:avLst/>
          </a:prstGeom>
          <a:solidFill>
            <a:srgbClr val="E8F4FA"/>
          </a:solidFill>
          <a:ln w="12700">
            <a:solidFill>
              <a:srgbClr val="E8F4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920240"/>
            <a:ext cx="91440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52928" y="199339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920240"/>
            <a:ext cx="914400" cy="47548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993392"/>
            <a:ext cx="694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1207008"/>
            <a:ext cx="822960" cy="384048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1280160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3218688"/>
            <a:ext cx="3474720" cy="731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1600200"/>
            <a:ext cx="73152" cy="1691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1600200"/>
            <a:ext cx="73152" cy="1691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1600200"/>
            <a:ext cx="1325880" cy="731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1600200"/>
            <a:ext cx="1389888" cy="7315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30368" y="1920240"/>
            <a:ext cx="73152" cy="4572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84448" y="1920240"/>
            <a:ext cx="73152" cy="13716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4315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= electricity flows!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1115568"/>
            <a:ext cx="2148840" cy="361188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118872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1508760"/>
            <a:ext cx="1874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MUST be complete. Remove ANY part and electricity stops.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loop = no flow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= flow!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Setups -- Which Will Light the Bulb?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8321040" cy="438912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243584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setup decide: will the bulb light? Explain why using what you know about circuits conductors and insulators.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737360"/>
            <a:ext cx="960120" cy="7772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810512"/>
            <a:ext cx="740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44752" y="1737360"/>
            <a:ext cx="2011680" cy="777240"/>
          </a:xfrm>
          <a:prstGeom prst="rect">
            <a:avLst/>
          </a:prstGeom>
          <a:solidFill>
            <a:srgbClr val="1E3A2E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810512"/>
            <a:ext cx="17922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29584" y="1737360"/>
            <a:ext cx="5202936" cy="77724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810512"/>
            <a:ext cx="4983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+ two wires + bulb. One wire from (+) of battery to bulb. Other wire from bulb back to (-). Everything is connected.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960120" cy="777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816352"/>
            <a:ext cx="740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44752" y="2743200"/>
            <a:ext cx="2011680" cy="777240"/>
          </a:xfrm>
          <a:prstGeom prst="rect">
            <a:avLst/>
          </a:prstGeom>
          <a:solidFill>
            <a:srgbClr val="1E3A2E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2816352"/>
            <a:ext cx="17922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Wire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29584" y="2743200"/>
            <a:ext cx="5202936" cy="77724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816352"/>
            <a:ext cx="4983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battery same bulb same wires -- but one wire has been cut in half. The two pieces are NOT touching each other.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3749040"/>
            <a:ext cx="960120" cy="77724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3822192"/>
            <a:ext cx="740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44752" y="3749040"/>
            <a:ext cx="2011680" cy="777240"/>
          </a:xfrm>
          <a:prstGeom prst="rect">
            <a:avLst/>
          </a:prstGeom>
          <a:solidFill>
            <a:srgbClr val="1E3A2E"/>
          </a:solidFill>
          <a:ln w="12700">
            <a:solidFill>
              <a:srgbClr val="1E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54480" y="3822192"/>
            <a:ext cx="17922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in the Path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29584" y="3749040"/>
            <a:ext cx="5202936" cy="77724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3822192"/>
            <a:ext cx="4983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battery same bulb. But a piece of wood sits in the middle of one wire -- touching both cut ends.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table on the next slide. Record your prediction for each setup before checking answers.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Testing Chart -- Copy Into Your Notebook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6868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152144"/>
            <a:ext cx="649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1078992"/>
            <a:ext cx="19202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4168" y="11521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Bulb Light? (Y/N)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178308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52144"/>
            <a:ext cx="1563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or Open?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078992"/>
            <a:ext cx="416052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8928" y="115214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(one sentence)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508760"/>
            <a:ext cx="868680" cy="56692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58191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234440" y="1508760"/>
            <a:ext cx="1920240" cy="56692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158191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-- bulb lights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508760"/>
            <a:ext cx="1783080" cy="56692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58191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1508760"/>
            <a:ext cx="4160520" cy="56692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1581912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complete so electricity flows all the way around.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148840"/>
            <a:ext cx="86868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22199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34440" y="2148840"/>
            <a:ext cx="192024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4168" y="22219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-- stays dark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148840"/>
            <a:ext cx="178308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222199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0" y="2148840"/>
            <a:ext cx="4160520" cy="566928"/>
          </a:xfrm>
          <a:prstGeom prst="rect">
            <a:avLst/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8928" y="2221992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cut wire creates a gap -- electricity cannot cross the gap.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788920"/>
            <a:ext cx="8686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862072"/>
            <a:ext cx="649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234440" y="2788920"/>
            <a:ext cx="192024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4168" y="28620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-- stays dark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0" y="2788920"/>
            <a:ext cx="178308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862072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2788920"/>
            <a:ext cx="416052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38928" y="2862072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is an insulator -- electricity cannot flow through it.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1480" y="34930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vs. Insulator Quick Reference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20040" y="3858768"/>
            <a:ext cx="160020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931920"/>
            <a:ext cx="1380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984248" y="3858768"/>
            <a:ext cx="224028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93976" y="3931920"/>
            <a:ext cx="2020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 or Insulator?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88536" y="3858768"/>
            <a:ext cx="4892040" cy="3200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98264" y="3931920"/>
            <a:ext cx="467258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224528"/>
            <a:ext cx="1600200" cy="347472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4297680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wire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984248" y="4224528"/>
            <a:ext cx="2240280" cy="347472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93976" y="4297680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88536" y="4224528"/>
            <a:ext cx="4892040" cy="347472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98264" y="4297680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wires -- electricity flows easily through copper.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4608576"/>
            <a:ext cx="160020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4681728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Rubber coating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984248" y="4608576"/>
            <a:ext cx="224028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093976" y="4681728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88536" y="4608576"/>
            <a:ext cx="4892040" cy="347472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98264" y="4681728"/>
            <a:ext cx="4672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cords -- keeps electricity inside and protects you.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Find?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 in your notebook or the Canvas lesson.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4475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6968" y="1371600"/>
            <a:ext cx="7936992" cy="47548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444752"/>
            <a:ext cx="7717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Setup A will the bulb light up? Why? Use the words "loop" and "complete" in your answer.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883664"/>
            <a:ext cx="7936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The bulb will / will not light because...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42032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61518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86968" y="2542032"/>
            <a:ext cx="7936992" cy="47548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696" y="2615184"/>
            <a:ext cx="7717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Setup B (cut wire) why does the cut wire stop the bulb from lighting? Use the word "gap" in your answer.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86968" y="3054096"/>
            <a:ext cx="7936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The cut wire creates a gap which means...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712464"/>
            <a:ext cx="475488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78561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6968" y="3712464"/>
            <a:ext cx="7936992" cy="47548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" y="3785616"/>
            <a:ext cx="7717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Setup C (wood in the path) why does the wood stop electricity? Use "insulator" and "flow" in your answer.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" y="4224528"/>
            <a:ext cx="7936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Wood is an insulator so...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two sentences for each. Use vocab: circuit conductor insulator open closed.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591056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160020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student says: You only need a battery and a bulb to make a circuit -- wires are not important." Disagree using evidence from today.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1907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"Wires are essential because..."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Counter: "Without a complete path electricity cannot..."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834640"/>
            <a:ext cx="8321040" cy="160020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07792"/>
            <a:ext cx="384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07792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is it useful to know which materials are conductors and which are insulators? Give one real-world example."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383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"Knowing the difference matters because..."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"Electrical cords use copper (conductor) and rubber (insulator) because..."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553712"/>
            <a:ext cx="832104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4626864"/>
            <a:ext cx="8101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 your thinking. Disagree respectfully: "I see it differently -- my evidence shows..."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426464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|  Evidence  |  Reasoning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setup will light the bulb -- and why does that fit what we know about circuits?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1508760"/>
            <a:ext cx="278892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883664"/>
            <a:ext cx="2788920" cy="38404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5681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setup lights the bulb?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" y="2304288"/>
            <a:ext cx="2788920" cy="1261872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377440"/>
            <a:ext cx="2569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"Out of the three setups the only one that would light the bulb is ___ because..."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" y="3593592"/>
            <a:ext cx="278892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36667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Take a clear stand.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508760"/>
            <a:ext cx="2788920" cy="347472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1883664"/>
            <a:ext cx="2788920" cy="38404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95681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other two fail?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304288"/>
            <a:ext cx="2788920" cy="1261872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377440"/>
            <a:ext cx="2569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two specific reasons each of the other setups failed. Cite exact details from each setup.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3593592"/>
            <a:ext cx="278892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6667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what was broken or blocked.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08192" y="1508760"/>
            <a:ext cx="278892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581912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08192" y="1883664"/>
            <a:ext cx="2788920" cy="384048"/>
          </a:xfrm>
          <a:prstGeom prst="rect">
            <a:avLst/>
          </a:prstGeom>
          <a:solidFill>
            <a:srgbClr val="1E4070"/>
          </a:solidFill>
          <a:ln w="12700">
            <a:solidFill>
              <a:srgbClr val="1E4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95681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fit what we know?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08192" y="2304288"/>
            <a:ext cx="2788920" cy="1261872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377440"/>
            <a:ext cx="2569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sense because electricity needs a complete loop and..."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08192" y="3593592"/>
            <a:ext cx="278892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3666744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conductors insulators and open vs. closed.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2608" y="4224528"/>
            <a:ext cx="8558784" cy="5943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297680"/>
            <a:ext cx="83393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of: circuit conductor insulator open closed loop gap flow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7556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1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electricity need in order to flow?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5448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148132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5448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battery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75488" cy="5943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2212848"/>
            <a:ext cx="777240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28600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loop -- a closed circuit with a power source wires and something to power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01752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294436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01752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long straight wire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74904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367588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74904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two metal objects touching each other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645152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B -- Electricity needs a closed circuit with a source a conducting path and a load. Break the loop anywhere and electricity stops.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755648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2 of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material would BEST stop electricity from flowing through a circuit?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55448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60120" y="148132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155448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copper wire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28600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221284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28600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metal paper clip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944368"/>
            <a:ext cx="475488" cy="59436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01752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60120" y="2944368"/>
            <a:ext cx="7772400" cy="59436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01752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of rubber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3675888"/>
            <a:ext cx="475488" cy="594360"/>
          </a:xfrm>
          <a:prstGeom prst="rect">
            <a:avLst/>
          </a:prstGeom>
          <a:solidFill>
            <a:srgbClr val="162D3E"/>
          </a:solidFill>
          <a:ln w="12700">
            <a:solidFill>
              <a:srgbClr val="162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749040"/>
            <a:ext cx="2560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0120" y="3675888"/>
            <a:ext cx="7772400" cy="594360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749040"/>
            <a:ext cx="75529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steel nail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4645152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Correct: C -- Rubber is an insulator. Copper metal clips and steel are conductors. That is why cords are wrapped in rubber or plastic.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673352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moves at nearly the speed of light.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8321040" cy="804672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335024"/>
            <a:ext cx="8101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flip a light switch the electrical signal travels through the wire at close to 300000 km per second. The wiring in your home might be 5 meters long. The signal crosses it in less than 0.00000002 seconds. The bulb lights up before your brain has even finished processing that your finger moved.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4160520" cy="242316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860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38862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cooled to near absolute zero (-273 C) have ZERO resistance. Electricity flows forever without losing energy. Scientists use these in MRI machines and maglev trains. Could superconductors replace ordinary copper wires someday?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212848"/>
            <a:ext cx="4023360" cy="242316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 MORE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5968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Birds Sit on Power Lines?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907792"/>
            <a:ext cx="374904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 can safely perch on high-voltage wires because they touch only ONE wire. Electricity flows only through a complete loop -- a bird on one wire is not in a closed circuit. Touch two wires at once? Very different outcome.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A &amp; B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24712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Home Circuit Hunt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8321040" cy="1261872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463040"/>
            <a:ext cx="8101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"Lesson 12.01 -- Closed Circuits" to your notebook page.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3 devices in your home that use electricity. For each one identify: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Power source: battery or wall outlet?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Conducting path: where are the wires?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Job: what does the electricity do (light sound motion)?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761488"/>
            <a:ext cx="832104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834640"/>
            <a:ext cx="8101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Out of Setups A B and C which ONE would light the bulb? Why did the other two fail?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30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In Setup B the wire is cut. In Setup C wood fills the gap. Both fail but for different reasons. Explain the difference between a broken path and an insulating material.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133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A wind-up toy car: you twist the key let it go and it rolls. Where is the energy when the key is twisted? What form is it in when the car rolls?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-- PART 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|  Evidence  |  Reasoning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38404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24712"/>
            <a:ext cx="8101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Which setup lights the bulb -- and why does that fit what we know about circuits? Aim for 4-6 sentences total.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72768"/>
            <a:ext cx="1417320" cy="8229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645920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20240" y="1572768"/>
            <a:ext cx="6903720" cy="82296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1645920"/>
            <a:ext cx="6684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"Out of the three setups the only one that would light the bulb is ___ because..."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596896"/>
            <a:ext cx="1417320" cy="82296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670048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20240" y="2596896"/>
            <a:ext cx="6903720" cy="82296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2670048"/>
            <a:ext cx="6684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at least two specific reasons each of the other two setups failed. What was broken or blocked in each one?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621024"/>
            <a:ext cx="1417320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694176"/>
            <a:ext cx="1197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3621024"/>
            <a:ext cx="6903720" cy="822960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29968" y="3694176"/>
            <a:ext cx="6684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"This makes sense because electricity needs a complete loop and..."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solidFill>
            <a:srgbClr val="D4EEF9"/>
          </a:solidFill>
          <a:ln w="12700">
            <a:solidFill>
              <a:srgbClr val="D4EE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754880"/>
            <a:ext cx="8101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two of: circuit conductor insulator open closed loop gap flow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Back at Your Prediction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438912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188720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your prediction from Slide 3. Look at what you wrote. Now write 3-4 sentences answering the three prompts below.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457200" cy="77724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764792"/>
            <a:ext cx="237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691640"/>
            <a:ext cx="7863840" cy="777240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1764792"/>
            <a:ext cx="7644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predict? Did you get it right partly right or were you surprised?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457200" cy="77724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24912"/>
            <a:ext cx="237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60120" y="2651760"/>
            <a:ext cx="7863840" cy="777240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724912"/>
            <a:ext cx="7644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what you learned about closed circuits and conductors confirm or change your prediction?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611880"/>
            <a:ext cx="457200" cy="77724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685032"/>
            <a:ext cx="237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3611880"/>
            <a:ext cx="7863840" cy="777240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685032"/>
            <a:ext cx="764438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biggest new idea about circuits you would add to your prediction now?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4681728"/>
            <a:ext cx="8321040" cy="29260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754880"/>
            <a:ext cx="8101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is real science. Scientists update their thinking every time new evidence arrives.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56032"/>
            <a:ext cx="1673352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 -- Lesson 12.01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02336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88720"/>
            <a:ext cx="182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86968" y="1115568"/>
            <a:ext cx="3154680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" y="1188720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Home Circuit Hunt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115568"/>
            <a:ext cx="4617720" cy="50292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1188720"/>
            <a:ext cx="4398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home devices: power source conducting path and job identified for each.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773936"/>
            <a:ext cx="402336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847088"/>
            <a:ext cx="182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" y="1773936"/>
            <a:ext cx="3154680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" y="1847088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1773936"/>
            <a:ext cx="4617720" cy="50292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847088"/>
            <a:ext cx="4398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 questions answered in complete sentences using circuit vocabulary.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432304"/>
            <a:ext cx="402336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505456"/>
            <a:ext cx="182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86968" y="2432304"/>
            <a:ext cx="3154680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" y="2505456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-- CER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0" y="2432304"/>
            <a:ext cx="4617720" cy="50292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2505456"/>
            <a:ext cx="4398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names the setup. Evidence explains both failures. Reasoning ties to circuit rules.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090672"/>
            <a:ext cx="402336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163824"/>
            <a:ext cx="182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86968" y="3090672"/>
            <a:ext cx="3154680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6696" y="3163824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0" y="3090672"/>
            <a:ext cx="4617720" cy="50292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3163824"/>
            <a:ext cx="4398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sentences: what you predicted what the lesson showed and what you would add now.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749040"/>
            <a:ext cx="402336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822192"/>
            <a:ext cx="182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6968" y="3749040"/>
            <a:ext cx="3154680" cy="502920"/>
          </a:xfrm>
          <a:prstGeom prst="rect">
            <a:avLst/>
          </a:prstGeom>
          <a:solidFill>
            <a:srgbClr val="1E4A70"/>
          </a:solidFill>
          <a:ln w="12700">
            <a:solidFill>
              <a:srgbClr val="1E4A7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6696" y="3822192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0" y="3749040"/>
            <a:ext cx="4617720" cy="502920"/>
          </a:xfrm>
          <a:prstGeom prst="rect">
            <a:avLst/>
          </a:prstGeom>
          <a:solidFill>
            <a:srgbClr val="122E3E"/>
          </a:solidFill>
          <a:ln w="12700">
            <a:solidFill>
              <a:srgbClr val="122E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24528" y="3822192"/>
            <a:ext cx="43982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lesson words used accurately: circuit conductor insulator open closed loop.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4407408"/>
            <a:ext cx="2606040" cy="256032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" y="4480560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into Canvas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108960" y="4407408"/>
            <a:ext cx="2606040" cy="256032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18688" y="4480560"/>
            <a:ext cx="23865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your notebook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06440" y="4407408"/>
            <a:ext cx="2926080" cy="256032"/>
          </a:xfrm>
          <a:prstGeom prst="rect">
            <a:avLst/>
          </a:prstGeom>
          <a:solidFill>
            <a:srgbClr val="095858"/>
          </a:solidFill>
          <a:ln w="12700">
            <a:solidFill>
              <a:srgbClr val="095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16168" y="448056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yourself explaining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2880" y="477316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12.02 -- Build Your Own Circuit!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2026-08-28T16:45:20Z</dcterms:created>
  <dcterms:modified xsi:type="dcterms:W3CDTF">2026-08-28T16:45:20Z</dcterms:modified>
</cp:coreProperties>
</file>