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What do you NOTICE about the examples? What do you WONDER about? Give 2 minutes of quiet thinking before discussion. Target wonder: Why does the same electricity produce such different results?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Give students 30–60 seconds to think about a real device they know. Cold call 2–3 students. Reinforce: the device receives electrical energy and outputs a different form. The device is the transformer.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target: Students should explain that the light bulb CONVERTS electricity — it doesn't just "let" light pass through. The coil or LED filament changes electrical energy into light energy. Q2 target: The heat spreads into the air of the house and warms the room slightly — energy is conserved, just spread out as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CER if needed. Strongest answer: Laptop transforms electricity into light (screen), sound (speakers), heat (wasted), and motion (fan) — four transformations. Microwave also has four. Either is acceptable with strong evidence. Press students to name the CLUE for each form they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 — Heat energy. Common wrong answer: C (motion). Help students see that the toaster does not have moving parts — the heat coil stays still and gets hot. The motion answer is about fans and blenders, not toasters.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 — TV. The key concept here is simultaneous transformations. A single device can transform electricity into multiple forms of energy at the same time. This connects to the laptop and microwave scenarios from the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A — Heat AND motion. This question reinforces that many devices have two distinct components doing two different jobs simultaneously. The hair dryer is a great model of this because the functions are obvious and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11.01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Electrical Energy Transform?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371600" y="1920240"/>
            <a:ext cx="640080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 in — light, heat, sound, or motion out.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523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Describe what energy transformation means.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552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how electrical energy transforms into light, heat, sound, or motion.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58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Match common devices to the kind of energy they produce.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Unit 3 · Energy, Electricity &amp; Motion  |  SC.5.P.10.4  |  Week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electricity. Very different results.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plug in a hair dryer. Hot air blasts out. The motor whirs. Inside that one device, electricity is doing two completely different jobs at once. Across the room, your phone speaker plays music — same electricity, now it makes sound. Down the hall, a refrigerator hums and stays cold. Same electricity again.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7802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What do all three — hair dryer, speaker, refrigerator — have in common?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90088"/>
            <a:ext cx="841248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44952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is happening INSIDE each device to make something different come out?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57016"/>
            <a:ext cx="841248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If the electricity is the same, why is the result so different each time?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observations and wonderings in your science notebook.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Prediction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flip a switch and the room lights up. Plug in a toaster and it heats up. Turn on a fan and the air moves. The same electricity does completely different jobs. How?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notebook, write your prediction: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do you think different devices make different forms of energy from the same electricity?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at least two sentences. What do you already know about electricity or energy?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"device" doing differently in each case?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 — use 2+ sentences.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return to this prediction at the end of the lesson.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for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electrical energy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11430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flows through wires as moving electric charge. It can be transformed into many other forms.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 transformation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energy changes from one form into another. Electrical energy can transform into light, heat, sound, or motion.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these words into your vocabulary section.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Key Words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🔌  device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453896"/>
            <a:ext cx="8412480" cy="7498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0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uses energy to do a job. Lamps, toasters, fans, and speakers are all devices.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  heat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8412480" cy="7498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of fast-moving particles. Toasters, ovens, and hair dryers transform electricity into heat.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04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💨  motion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8412480" cy="7498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59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from one place to another. Fans and motors transform electricity into motion.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words visible while you work through the lesson.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Energy Can Become Almost Anything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 can transform into light, heat, sound, or motion — depending on the device. The device decides what kind of work the electricity does. Many devices produce more than one transformation at the same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1965960" cy="1463040"/>
          </a:xfrm>
          <a:prstGeom prst="rect">
            <a:avLst/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614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lamp, screen, 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724912"/>
            <a:ext cx="1965960" cy="1463040"/>
          </a:xfrm>
          <a:prstGeom prst="rect">
            <a:avLst/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7614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31821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474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toaster, hair dryer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724912"/>
            <a:ext cx="1965960" cy="1463040"/>
          </a:xfrm>
          <a:prstGeom prst="rect">
            <a:avLst/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7614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31821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doorbell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724912"/>
            <a:ext cx="1965960" cy="1463040"/>
          </a:xfrm>
          <a:prstGeom prst="rect">
            <a:avLst/>
          </a:prstGeom>
          <a:solidFill>
            <a:srgbClr val="0A5C5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7614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31821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474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blender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15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&amp; Think:  Pick a plugged-in device near you. What form of energy is coming OUT of it? Where did that energy COME FROM?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Can Change 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coolest things about energy is that it can transform — change from one form into another. The same energy that lit up a light bulb a moment ago might next become the heat warming your toast. Same energy, different jobs.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 is especially good at this. It travels through wires from a wall outlet or a battery, and the device at the end decides what to do with it. A bulb turns it into light. A toaster turns it into heat. A speaker turns it into sound. A fan turns it into motion. The electricity is the same — the device is what makes the difference.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01168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723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Bulb → Light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3017520"/>
            <a:ext cx="201168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0723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🍞 Toaster → Heat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201168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723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Speaker → Sound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3017520"/>
            <a:ext cx="201168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0723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Fan → Motion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 Engineers who design home appliances spend a lot of time reducing wasted heat. A more efficient light bulb turns more electricity into light and less into heat. LED bulbs use much less electricity than old-style bulbs because they waste less.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SC.5.P.10.4 — Energy Transformations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Transformation Diagram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011680" cy="100584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28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939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lamp, screen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626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HEAT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3284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toaster, oven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69164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728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20939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bell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9626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3284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motor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77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devices do MORE than one transformation at once.  A TV → light + sound.  A vacuum → motion + sound.  A toaster → heat + light.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diagram into your science notebook with arrows.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Device to the Transformation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everyday electrical devices. For each one, figure out what the electricity transforms INTO. Some do more than one job at once!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868680"/>
          </a:xfrm>
          <a:prstGeom prst="rect">
            <a:avLst/>
          </a:prstGeom>
          <a:solidFill>
            <a:srgbClr val="1C305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Microwave Oven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start. The light inside turns on. The plate spins. After 90 seconds, your food is hot. The oven beeps when it's done.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8412480" cy="868680"/>
          </a:xfrm>
          <a:prstGeom prst="rect">
            <a:avLst/>
          </a:prstGeom>
          <a:solidFill>
            <a:srgbClr val="1C305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34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Blender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drop in some fruit. The blades spin fast — the ingredients swirl. The motor whirs loudly. After a few seconds, the metal blades and cup feel warm.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868680"/>
          </a:xfrm>
          <a:prstGeom prst="rect">
            <a:avLst/>
          </a:prstGeom>
          <a:solidFill>
            <a:srgbClr val="1C305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94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— Laptop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950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lights up with a video. The speakers play sound. After watching a while, the bottom of the laptop feels warm. A tiny fan inside hums quietly.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carefully — then move to the Data Table to record your findings.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Table — Copy Into Your Notebook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051560"/>
            <a:ext cx="3657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51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Electricity Becomes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51560"/>
            <a:ext cx="28803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0515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That Helped 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99032"/>
            <a:ext cx="182880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53896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Microwave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399032"/>
            <a:ext cx="365760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453896"/>
            <a:ext cx="3529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heat, motion, sound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399032"/>
            <a:ext cx="288036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1453896"/>
            <a:ext cx="27523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 turns on, plate spins, food warms, beep)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13432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368296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Blender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313432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2368296"/>
            <a:ext cx="3529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heat, sound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2313432"/>
            <a:ext cx="2880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2368296"/>
            <a:ext cx="27523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(blades spin, cup warms, motor whirs)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27832"/>
            <a:ext cx="182880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282696"/>
            <a:ext cx="1700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Laptop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227832"/>
            <a:ext cx="365760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3282696"/>
            <a:ext cx="3529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sound, heat, motion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227832"/>
            <a:ext cx="2880360" cy="822960"/>
          </a:xfrm>
          <a:prstGeom prst="rect">
            <a:avLst/>
          </a:prstGeom>
          <a:solidFill>
            <a:srgbClr val="DDEEFA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16168" y="3282696"/>
            <a:ext cx="27523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 glows, speakers play, bottom warm, fan hums)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FFE8D0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702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the heat!  Almost every electric device wastes some heat — even devices NOT designed to make heat. The blender warms up. The laptop warms up. Count the heat!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4747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47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051560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097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microwave, list every form of energy you spot. For each, write the clue that told you (the light, the sound, etc.).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6276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34747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13432"/>
            <a:ext cx="347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2313432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591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blender, electrical energy mostly transforms into motion. But the blender also makes some heat and sound. Where do those come from?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34747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75304"/>
            <a:ext cx="347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3575304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2102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laptop, why does the bottom feel warm even though it's a device designed to show images and sound — not heat?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151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in the Canvas lesson before continuing.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Thinking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says, 'Electricity doesn't really transform — the light bulb just LETS light come out.' Disagree using evidence from the lesson."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234440"/>
          </a:xfrm>
          <a:prstGeom prst="rect">
            <a:avLst/>
          </a:prstGeom>
          <a:solidFill>
            <a:srgbClr val="2C4A6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every device wastes a little energy as heat, where does all that wasted heat go in a busy house full of running appliances?"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770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  "I disagree because the evidence shows…"  |  "The wasted heat goes to…"  |  "According to the lesson…"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then share your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· Evidence · Reasoning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 transforms electricity into the most forms?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2788920" cy="2697480"/>
          </a:xfrm>
          <a:prstGeom prst="rect">
            <a:avLst/>
          </a:prstGeom>
          <a:solidFill>
            <a:srgbClr val="2C4A6E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 transforms electricity into the most forms?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9572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the three devices, the one with the most transformations is ___ because…"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520440"/>
            <a:ext cx="265176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5661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 in Canvas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27889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463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810512"/>
            <a:ext cx="2788920" cy="2697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forms does the device produce?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27832" y="239572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two specific forms of energy that your chosen device produces, and one clue each that proves 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3520440"/>
            <a:ext cx="265176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35661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 in Canvas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788920" cy="34747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463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1810512"/>
            <a:ext cx="2788920" cy="2697480"/>
          </a:xfrm>
          <a:prstGeom prst="rect">
            <a:avLst/>
          </a:prstGeom>
          <a:solidFill>
            <a:srgbClr val="2C4A6E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make sense?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08192" y="239572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electrical energy can…"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08192" y="3520440"/>
            <a:ext cx="265176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5661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 in Canvas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360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words — electrical, transformation, device, light, heat, motion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toaster turns electrical energy mostly into which form?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160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4028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4028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  ✓ CORRECT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10896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0896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 (motion)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heating coils inside a toaster resist the flow of electricity, which makes them get very hot. That heat toasts the bread. The glowing red coils also give off a little light — a bonus transformation!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device transforms electrical energy into BOTH light AND sound at the same time?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160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4028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4028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toaster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10896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0896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TV  ✓ CORRECT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TV uses electricity to make both the picture (light energy) and the speaker output (sound energy). Two transformations happening at the same time from the same power source. A lamp makes only light; a toaster makes only heat.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Q3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hair dryer makes warm, fast-moving air. What two forms is electricity becoming?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160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motion (from a fan)  ✓ CORRECT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4028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4028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sound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108960"/>
            <a:ext cx="7909560" cy="685800"/>
          </a:xfrm>
          <a:prstGeom prst="rect">
            <a:avLst/>
          </a:prstGeom>
          <a:solidFill>
            <a:srgbClr val="1C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0896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C305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hair dryer has a heating coil (electricity → heat) and a fan (electricity → motion). The motion blows the heat out at you — two transformations working together to do the job. It does NOT make light or sound as its main output.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Station at Home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C3050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American home has over 200 plugged-in devices at any moment. Each one is doing a different transformation. Lamps making light. Chargers converting electricity → chemical → electricity again. Refrigerators moving heat OUT of the box. Every wall socket is a transformation station.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8412480" cy="1097280"/>
          </a:xfrm>
          <a:prstGeom prst="rect">
            <a:avLst/>
          </a:prstGeom>
          <a:solidFill>
            <a:srgbClr val="0A2A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037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 — Why does my phone get warm?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device wastes a little electrical energy as heat. Even your phone — when charging or after a long game session, it gets warm. That's electrical energy that didn't do the main job. Engineers work to reduce this wasted heat.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8412480" cy="1097280"/>
          </a:xfrm>
          <a:prstGeom prst="rect">
            <a:avLst/>
          </a:prstGeom>
          <a:solidFill>
            <a:srgbClr val="0A2A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 Challenge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7307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D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LED bulb wastes less energy as heat than an old incandescent bulb, but uses the same electricity, where does the "saved" energy go? (Answer: it goes INTO the light — more light, less waste!)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engineer: Which appliance in your home do you think wastes the MOST heat?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A &amp;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Transformation Hunt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"Lesson 11.01 — Electrical Energy Transformations" to your notebook. Walk around your home for 5 minutes. Find 5 different plugged-in or battery-powered devices. For each one, write what the electricity transforms INTO. Record in your notebook, then type your list in Canvas.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Evidence Questions  (use the three devices from Investigate)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Out of the microwave, blender, and laptop — which did the MOST transformations at once? Name them all.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6440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the laptop scene, the bottom of the laptop felt warm. Was that warm laptop bottom part of the laptop's main job — or wasted energy?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684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coffee maker plugs into the wall. It boils water and beeps when finished. List every form of energy the coffee maker makes.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answers directly in Canvas before submitting.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CER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· Evidence · Reasoning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 transforms electricity into the most forms? Aim for 4–6 sentences total.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37160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1463040"/>
            <a:ext cx="7040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5087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the three devices, the one with the most transformations is ___ because…"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93852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13716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2560320"/>
            <a:ext cx="7040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starter — pick your strongest evidence.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03580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1371600" cy="100584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57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37360" y="3657600"/>
            <a:ext cx="7040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electrical energy can…"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13308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36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words — electrical, transformation, device, light, heat, motion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Back — Then Think Forward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 from the beginning of the lesson. Write 3–4 sentences in Canvas: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7955280" cy="777240"/>
          </a:xfrm>
          <a:prstGeom prst="rect">
            <a:avLst/>
          </a:prstGeom>
          <a:solidFill>
            <a:srgbClr val="0A5C5B"/>
          </a:solidFill>
          <a:ln w="12700">
            <a:solidFill>
              <a:srgbClr val="074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about why different devices make different forms of energy?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560320"/>
            <a:ext cx="7955280" cy="777240"/>
          </a:xfrm>
          <a:prstGeom prst="rect">
            <a:avLst/>
          </a:prstGeom>
          <a:solidFill>
            <a:srgbClr val="0A5C5B"/>
          </a:solidFill>
          <a:ln w="12700">
            <a:solidFill>
              <a:srgbClr val="074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334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today's lesson confirm or strengthen your idea?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520440"/>
            <a:ext cx="7955280" cy="777240"/>
          </a:xfrm>
          <a:prstGeom prst="rect">
            <a:avLst/>
          </a:prstGeom>
          <a:solidFill>
            <a:srgbClr val="0A5C5B"/>
          </a:solidFill>
          <a:ln w="12700">
            <a:solidFill>
              <a:srgbClr val="074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93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biggest new idea about energy transformations you'd add to your prediction now?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360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reflection shows how your scientific thinking grew during this lesson.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11.01 — Submission Checklist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1795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Transformation Hunt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devices from home, each with their transformation listed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865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Evidence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answered using the microwave, blender, and laptop scenarios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5511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CER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163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evidence (2+ forms with clues), and reasoning — 4–6 sentences total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32369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021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sentences connecting prediction to lesson learning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9227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1879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words — electrical, transformation, device, light, heat, motion — used correctly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17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11.02  |  Type · Photo · Record — then submit in Canvas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2026-08-28T16:32:40Z</dcterms:created>
  <dcterms:modified xsi:type="dcterms:W3CDTF">2026-08-28T16:32:40Z</dcterms:modified>
</cp:coreProperties>
</file>