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— Engage. Let students observe silently for 30 seconds before taking answers.
Follow-up moves: "What makes you say that?" / "Can you say more?" / "Does anyone see it differently?" / "Who can add on?"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— Prediction. Students should commit to a written prediction before instruction.
Follow-up moves: "What makes you say that?" / "Can you say more?" / "Does anyone see it differently?"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— Key Concept. After students copy the sentence, use the Stop and Think prompt.
Follow-up moves: "What makes you say that?" / "Can you say more?" / "Does anyone see it differently?" / "Who can add on?"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12 — Discuss &amp; Defend.
Follow-up moves: "What makes you say that?" / "Can you say more?" / "Does anyone see it differently?" / "Who can add on?"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13 — Scientist Talk (CER).
Follow-up moves: "What makes you say that?" / "Can you say more?" / "Does anyone see it differently?" / "Who can add on?"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14 — Self-Check Q1.
Follow-up moves: "What makes you say that?" / "Can you say more?" / "Does anyone see it differently?"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15 — Self-Check Q2.
Follow-up moves: "What makes you say that?" / "Can you say more?" / "Does anyone see it differently?"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2.01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an Investigation Fair?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8229600" cy="32004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929384"/>
            <a:ext cx="80467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· Unit 1 — Practice of Science  |  Week 2  |  SC.5.N.1.2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Can…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633472"/>
            <a:ext cx="8229600" cy="438912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688336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Name the variable that changes and the things kept the same in a fair test.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8229600" cy="438912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163824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Explain why repeated trials make evidence stronger.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584448"/>
            <a:ext cx="8229600" cy="438912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639312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Spot what is wrong with an unfair investigation and explain how to fix it.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·  5th Grade Science  ·  Week 2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1440180" cy="2743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4401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&amp; WONDER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Has the Better Paper Airplane?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17904"/>
            <a:ext cx="8046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 threw her paper airplane from the front porch — it flew 4 m. Theo threw his from his bedroom window upstairs using different paper — it flew 9 m. Theo says his design is better. Mia is not so sure.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&amp; Wonder: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8229600" cy="53035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88950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notice about how Mia and Theo ran their tests?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8229600" cy="53035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483864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you wonder about why they got different results?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818388" cy="274320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183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a Prediction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8930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in your notebook: Can we trust Theo's conclusion that his design is better? Why or why not?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3931920" cy="475488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29514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they throw from the same height?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2240280"/>
            <a:ext cx="3931920" cy="475488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229514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they use the same kind of paper?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761488"/>
            <a:ext cx="3931920" cy="475488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8163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times did each person test?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663440" y="2761488"/>
            <a:ext cx="3931920" cy="475488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28163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different between their tests?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364992"/>
            <a:ext cx="8229600" cy="53035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419856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prediction now — you will come back to it at the end of the lesson.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1051560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Words — Part 1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3931920" cy="192024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6187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6C9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in an investigation that could change — like temperature, size, or how many times you stir.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578608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D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In a paper airplane test, the variable could be wing size.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170432"/>
            <a:ext cx="3931920" cy="19202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26187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6C9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repeated trials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0" y="16916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 the same test more than once to see if you get the same result. More trials = stronger evidence.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2578608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Run the same airplane test 3 times and record each distance.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246120"/>
            <a:ext cx="8229600" cy="41148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300984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Review: evidence = information you collect; conclusion = what you decide based on evidence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2.01  ·  SC.5.N.1.2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1051560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Words — Part 2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3931920" cy="1920240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6187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6C9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 test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test where only ONE thing changes, while everything else is kept exactly the same.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578608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EA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Same paper, same thrower, same height — only wing size changes.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170432"/>
            <a:ext cx="3931920" cy="1920240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26187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0" y="16916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you keep exactly the same in every trial so it does not mess up your results.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2578608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DE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Using the same paper for every trial is a control.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246120"/>
            <a:ext cx="8229600" cy="59436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300984"/>
            <a:ext cx="80467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Connection: In a fair test, the variable is the ONE thing you change on purpose. Controls are everything else — kept the same so only your variable affects the result.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0" y="4800600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2.01  ·  SC.5.N.1.2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1129284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1292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Rule of One Variable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8229600" cy="1097280"/>
          </a:xfrm>
          <a:prstGeom prst="rect">
            <a:avLst/>
          </a:prstGeom>
          <a:solidFill>
            <a:srgbClr val="075F5F"/>
          </a:solidFill>
          <a:ln w="12700">
            <a:solidFill>
              <a:srgbClr val="075F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16736"/>
            <a:ext cx="80467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fair test changes only ONE variable. Everything else — the controls — stays exactly the same. If you change two things at once, you cannot tell which one caused the difference.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487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into your notebook: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807208"/>
            <a:ext cx="8229600" cy="4572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86207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fair test changes only ONE variable. Everything else stays exactly the same."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3401568"/>
            <a:ext cx="9144000" cy="457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54787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and Think: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794760"/>
            <a:ext cx="8229600" cy="594360"/>
          </a:xfrm>
          <a:prstGeom prst="rect">
            <a:avLst/>
          </a:prstGeom>
          <a:solidFill>
            <a:srgbClr val="075F5F"/>
          </a:solidFill>
          <a:ln w="12700">
            <a:solidFill>
              <a:srgbClr val="075F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849624"/>
            <a:ext cx="80467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 and Theo changed TWO things at once. What were they? Which one actually caused the difference in distance?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Repeated Trials Matter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749808"/>
            <a:ext cx="8229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04672"/>
            <a:ext cx="80467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test once and get a weird result, you cannot tell if it is real or just a fluke. Three trials, averaged together, give you much stronger evidence.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651760" cy="1508760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5361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Trial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901952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be a fluke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average possible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be fooled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463040"/>
            <a:ext cx="2651760" cy="1508760"/>
          </a:xfrm>
          <a:prstGeom prst="rect">
            <a:avLst/>
          </a:prstGeom>
          <a:solidFill>
            <a:srgbClr val="DAFCE7"/>
          </a:solidFill>
          <a:ln w="12700">
            <a:solidFill>
              <a:srgbClr val="DAFC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5361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Trials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37560" y="1901952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out the flukes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becomes clear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evidence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35040" y="1463040"/>
            <a:ext cx="2651760" cy="1508760"/>
          </a:xfrm>
          <a:prstGeom prst="rect">
            <a:avLst/>
          </a:prstGeom>
          <a:solidFill>
            <a:srgbClr val="FFF3CD"/>
          </a:solidFill>
          <a:ln w="12700">
            <a:solidFill>
              <a:srgbClr val="FFF3C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53619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7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Trials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26480" y="1901952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real scientists do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tests 100s of times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confidence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090672"/>
            <a:ext cx="8229600" cy="43891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145536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find an average: Add all trial results, then divide by the number of trials.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602736"/>
            <a:ext cx="82296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657600"/>
            <a:ext cx="8046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9 m + 7 m + 8 m = 24 m divided by 3 trials = 8 m average. That is your evidence.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Unfair Test vs. Fair Test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640080"/>
            <a:ext cx="4023360" cy="4114800"/>
          </a:xfrm>
          <a:prstGeom prst="rect">
            <a:avLst/>
          </a:prstGeom>
          <a:solidFill>
            <a:srgbClr val="FFE5E5"/>
          </a:solidFill>
          <a:ln w="12700">
            <a:solidFill>
              <a:srgbClr val="FFE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315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UNFAIR TEST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143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Mia: porch (4 m) — own paper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Theo: window (9 m) — different paper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874520"/>
            <a:ext cx="1691640" cy="1234440"/>
          </a:xfrm>
          <a:prstGeom prst="rect">
            <a:avLst/>
          </a:prstGeom>
          <a:solidFill>
            <a:srgbClr val="FFCCCC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29384"/>
            <a:ext cx="150876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Porch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Height: low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Paper: A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286000" y="1874520"/>
            <a:ext cx="1691640" cy="1234440"/>
          </a:xfrm>
          <a:prstGeom prst="rect">
            <a:avLst/>
          </a:prstGeom>
          <a:solidFill>
            <a:srgbClr val="FFCCCC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1929384"/>
            <a:ext cx="150876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Height: high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Paper: B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218688"/>
            <a:ext cx="3840480" cy="566928"/>
          </a:xfrm>
          <a:prstGeom prst="rect">
            <a:avLst/>
          </a:prstGeom>
          <a:solidFill>
            <a:srgbClr val="FFB3B3"/>
          </a:solidFill>
          <a:ln w="12700">
            <a:solidFill>
              <a:srgbClr val="FFB3B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2735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things changed: height AND paper type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840480"/>
            <a:ext cx="384048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8953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tell what caused the difference!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640080"/>
            <a:ext cx="4023360" cy="4114800"/>
          </a:xfrm>
          <a:prstGeom prst="rect">
            <a:avLst/>
          </a:prstGeom>
          <a:solidFill>
            <a:srgbClr val="E5FFE5"/>
          </a:solidFill>
          <a:ln w="12700">
            <a:solidFill>
              <a:srgbClr val="E5FF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7315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 TEST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46320" y="1143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throw from the same spot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14630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wing size changes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92040" y="1874520"/>
            <a:ext cx="1691640" cy="1234440"/>
          </a:xfrm>
          <a:prstGeom prst="rect">
            <a:avLst/>
          </a:prstGeom>
          <a:solidFill>
            <a:srgbClr val="C8F5C8"/>
          </a:solidFill>
          <a:ln w="12700">
            <a:solidFill>
              <a:srgbClr val="C8F5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1929384"/>
            <a:ext cx="150876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wings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height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paper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766560" y="1874520"/>
            <a:ext cx="1691640" cy="1234440"/>
          </a:xfrm>
          <a:prstGeom prst="rect">
            <a:avLst/>
          </a:prstGeom>
          <a:solidFill>
            <a:srgbClr val="C8F5C8"/>
          </a:solidFill>
          <a:ln w="12700">
            <a:solidFill>
              <a:srgbClr val="C8F5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1929384"/>
            <a:ext cx="1508760" cy="11247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wings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height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paper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3218688"/>
            <a:ext cx="3840480" cy="566928"/>
          </a:xfrm>
          <a:prstGeom prst="rect">
            <a:avLst/>
          </a:prstGeom>
          <a:solidFill>
            <a:srgbClr val="A8E6A8"/>
          </a:solidFill>
          <a:ln w="12700">
            <a:solidFill>
              <a:srgbClr val="A8E6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327355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thing changes: wing size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Controls: same paper, height, thrower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46320" y="3840480"/>
            <a:ext cx="3840480" cy="384048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38953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you can draw a fair conclusion!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1129284" cy="274320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1292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Spot the Flaw — Fix the Test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8229600" cy="47548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16736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three flawed experiments. For each one: (a) name the intended variable, (b) find the extra variable, (c) write how to fix it.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438912" cy="502920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29384"/>
            <a:ext cx="2560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024128" y="1874520"/>
            <a:ext cx="7662672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1929384"/>
            <a:ext cx="74797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Read the description of each experiment carefully.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532888"/>
            <a:ext cx="438912" cy="502920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587752"/>
            <a:ext cx="2560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24128" y="2532888"/>
            <a:ext cx="7662672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15568" y="2587752"/>
            <a:ext cx="74797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Identify the ONE intended variable — what they meant to test.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191256"/>
            <a:ext cx="438912" cy="502920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246120"/>
            <a:ext cx="2560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1024128" y="3191256"/>
            <a:ext cx="7662672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15568" y="3246120"/>
            <a:ext cx="74797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Find the extra variable that snuck in and made it unfair.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849624"/>
            <a:ext cx="438912" cy="502920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904488"/>
            <a:ext cx="2560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1024128" y="3849624"/>
            <a:ext cx="7662672" cy="5029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15568" y="3904488"/>
            <a:ext cx="74797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Write a one-sentence fix for each experiment.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Flawed Experiments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594360"/>
            <a:ext cx="2743200" cy="4251960"/>
          </a:xfrm>
          <a:prstGeom prst="rect">
            <a:avLst/>
          </a:prstGeom>
          <a:solidFill>
            <a:srgbClr val="FFE5D5"/>
          </a:solidFill>
          <a:ln w="12700">
            <a:solidFill>
              <a:srgbClr val="FFE5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594360"/>
            <a:ext cx="274320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59436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1: Fertilizer Test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024128"/>
            <a:ext cx="25603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plant gets fertilizer AND more water AND more sun.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meant to test: fertilizer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thing that changed: water + sunlight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______________________________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594360"/>
            <a:ext cx="2743200" cy="4251960"/>
          </a:xfrm>
          <a:prstGeom prst="rect">
            <a:avLst/>
          </a:prstGeom>
          <a:solidFill>
            <a:srgbClr val="E5F0FF"/>
          </a:solidFill>
          <a:ln w="12700">
            <a:solidFill>
              <a:srgbClr val="E5F0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594360"/>
            <a:ext cx="274320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59436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2: Airplane Wings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1024128"/>
            <a:ext cx="25603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wing sizes AND different paper weight AND different thrower.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meant to test: wing size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things that changed: paper weight + thrower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______________________________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594360"/>
            <a:ext cx="2743200" cy="4251960"/>
          </a:xfrm>
          <a:prstGeom prst="rect">
            <a:avLst/>
          </a:prstGeom>
          <a:solidFill>
            <a:srgbClr val="E5FFE5"/>
          </a:solidFill>
          <a:ln w="12700">
            <a:solidFill>
              <a:srgbClr val="E5FF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594360"/>
            <a:ext cx="2743200" cy="38404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0" y="59436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3: Running Shoe Test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1024128"/>
            <a:ext cx="25603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shoe AND different runner AND different surface.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meant to test: shoe type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things that changed: runner + surface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______________________________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 Your Thinking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658368"/>
            <a:ext cx="411480" cy="4114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713232"/>
            <a:ext cx="228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05840" y="658368"/>
            <a:ext cx="7680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713232"/>
            <a:ext cx="74980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Mia and Theo's test — what was the variable they MEANT to test? What extra thing changed?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048256"/>
            <a:ext cx="411480" cy="4114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103120"/>
            <a:ext cx="228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05840" y="2048256"/>
            <a:ext cx="7680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103120"/>
            <a:ext cx="74980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 three flawed experiments could be most easily fixed with one change? Explain why.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438144"/>
            <a:ext cx="411480" cy="4114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493008"/>
            <a:ext cx="228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05840" y="3438144"/>
            <a:ext cx="7680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493008"/>
            <a:ext cx="74980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sentence explaining why changing only one variable matters for fair evidence.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1517904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&amp; DEFEND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Talk It Out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118872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43584"/>
            <a:ext cx="80467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 classmate says: It does not matter how many things change — whoever gets the biggest number wins. What would you say back? Use evidence from Mia and Theo."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487168"/>
            <a:ext cx="8229600" cy="804672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542032"/>
            <a:ext cx="8046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"Could repeated trials ever REPLACE having a fair test? Or are both always needed? Explain your thinking."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40156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starters: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3675888"/>
            <a:ext cx="3931920" cy="43891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73075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disagree because the evidence shows…"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3675888"/>
            <a:ext cx="3931920" cy="43891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373075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"Both are needed because…"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1362456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362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 TALK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 · Evidence · Reasoning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438912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43584"/>
            <a:ext cx="8046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Is Theo's test a fair test? Use evidence to support your answer.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719072"/>
            <a:ext cx="8229600" cy="8229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764792"/>
            <a:ext cx="662940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764792"/>
            <a:ext cx="662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084832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"Theo's test is NOT fair because…"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606040"/>
            <a:ext cx="8229600" cy="8229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651760"/>
            <a:ext cx="896112" cy="2743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65176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971800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 his test, both [height/location] AND [paper type] changed, which means…"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493008"/>
            <a:ext cx="8229600" cy="8229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538728"/>
            <a:ext cx="973836" cy="274320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538728"/>
            <a:ext cx="9738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3858768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makes it impossible to know which variable caused the difference because…"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1051560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 of 2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8046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14984"/>
            <a:ext cx="8046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Mia and Theo test paper airplanes again. This time they use the same paper and the same location, but Mia folds her wings larger. What is the variable?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901952"/>
            <a:ext cx="8229600" cy="54864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5681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The paper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8229600" cy="548640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56946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The wing size   CORRECT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127248"/>
            <a:ext cx="8229600" cy="54864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18211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The location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3794760"/>
            <a:ext cx="8229600" cy="47548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849624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variable is the ONE thing changed on purpose — wing size. Everything else stayed the same.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1051560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 of 2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89611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14984"/>
            <a:ext cx="80467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scientist tests a new plant food by giving one plant food AND more light. Another plant gets neither. The plant with food grows better. Can she conclude the food worked?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993392"/>
            <a:ext cx="8229600" cy="54864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048256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Yes — the plant grew.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606040"/>
            <a:ext cx="8229600" cy="548640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660904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No — two things changed, so she cannot tell which caused it.   CORRECT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218688"/>
            <a:ext cx="8229600" cy="548640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27355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Yes — it does not matter.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3886200"/>
            <a:ext cx="8229600" cy="475488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941064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variables changed: food AND light. She cannot isolate which one caused better growth.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74320"/>
            <a:ext cx="1595628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1595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MIND-BLOWING FACT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NASA and the Rule of Repeated Trials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8229600" cy="10515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80744"/>
            <a:ext cx="804672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runs the same rocket engine test hundreds of times before any launch. One failed test means fix it — then test again. One trial is never enough when something really matters.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48716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Questions: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816352"/>
            <a:ext cx="3931920" cy="1353312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871216"/>
            <a:ext cx="37490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engineers test a rocket engine 200 times. Why would not 3 trials be enough for a rocket — even though 3 might be fine for a paper airplane?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2816352"/>
            <a:ext cx="3931920" cy="1353312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2871216"/>
            <a:ext cx="3749040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another real-world situation where many repeated trials would be needed before trusting a result.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1673352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PREVIEW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Assignment — Parts A &amp; B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40233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15568"/>
            <a:ext cx="4023360" cy="38404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1556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Draw It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3840480" cy="2999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the FIXED version of ONE of the three flawed experiments.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The variable (what changes)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Two controls (what stays the same)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How many trials you would run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in your notebook.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115568"/>
            <a:ext cx="402336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115568"/>
            <a:ext cx="4023360" cy="38404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11556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Answer Questions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1554480"/>
            <a:ext cx="3840480" cy="2999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What were the two things that changed in Mia and Theo's test?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Which change should they eliminate to make it fair?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Why does running 3 trials give better evidence than 1 trial?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1673352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PREVIEW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Assignment — Part C (CER Response)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115568"/>
            <a:ext cx="822960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70432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Question: Is Theo's paper airplane test a fair test?  Write 4-6 sentences using Claim + Evidence + Reasoning.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27632"/>
            <a:ext cx="8229600" cy="749808"/>
          </a:xfrm>
          <a:prstGeom prst="rect">
            <a:avLst/>
          </a:prstGeom>
          <a:solidFill>
            <a:srgbClr val="EBF5FB"/>
          </a:solidFill>
          <a:ln w="12700">
            <a:solidFill>
              <a:srgbClr val="EBF5F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691640"/>
            <a:ext cx="662940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691640"/>
            <a:ext cx="662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1975104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claim Theo's test is/is not a fair test because…"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450592"/>
            <a:ext cx="8229600" cy="749808"/>
          </a:xfrm>
          <a:prstGeom prst="rect">
            <a:avLst/>
          </a:prstGeom>
          <a:solidFill>
            <a:srgbClr val="E8F8F5"/>
          </a:solidFill>
          <a:ln w="12700">
            <a:solidFill>
              <a:srgbClr val="E8F8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2514600"/>
            <a:ext cx="896112" cy="2743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51460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278892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 his test, both [____] AND [____] changed, which means…"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273552"/>
            <a:ext cx="8229600" cy="749808"/>
          </a:xfrm>
          <a:prstGeom prst="rect">
            <a:avLst/>
          </a:prstGeom>
          <a:solidFill>
            <a:srgbClr val="EAF9EA"/>
          </a:solidFill>
          <a:ln w="12700">
            <a:solidFill>
              <a:srgbClr val="EAF9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337560"/>
            <a:ext cx="973836" cy="274320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337560"/>
            <a:ext cx="9738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3611880"/>
            <a:ext cx="7955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makes it impossible to know which variable caused the difference because…"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096512"/>
            <a:ext cx="8229600" cy="38404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151376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full CER response in your notebook. Aim for 4-6 complete sentences.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Revise Your Thinking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777240"/>
            <a:ext cx="8229600" cy="411480"/>
          </a:xfrm>
          <a:prstGeom prst="rect">
            <a:avLst/>
          </a:prstGeom>
          <a:solidFill>
            <a:srgbClr val="075F5F"/>
          </a:solidFill>
          <a:ln w="12700">
            <a:solidFill>
              <a:srgbClr val="075F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32104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back at your prediction from the beginning. How has your thinking changed?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1148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380744"/>
            <a:ext cx="228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05840" y="1325880"/>
            <a:ext cx="7680960" cy="987552"/>
          </a:xfrm>
          <a:prstGeom prst="rect">
            <a:avLst/>
          </a:prstGeom>
          <a:solidFill>
            <a:srgbClr val="075F5F"/>
          </a:solidFill>
          <a:ln w="12700">
            <a:solidFill>
              <a:srgbClr val="075F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380744"/>
            <a:ext cx="74980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start, I thought… but now I understand…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496312"/>
            <a:ext cx="41148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551176"/>
            <a:ext cx="228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05840" y="2496312"/>
            <a:ext cx="7680960" cy="987552"/>
          </a:xfrm>
          <a:prstGeom prst="rect">
            <a:avLst/>
          </a:prstGeom>
          <a:solidFill>
            <a:srgbClr val="075F5F"/>
          </a:solidFill>
          <a:ln w="12700">
            <a:solidFill>
              <a:srgbClr val="075F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2551176"/>
            <a:ext cx="74980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thing I learned about fair tests is…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666744"/>
            <a:ext cx="411480" cy="41148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721608"/>
            <a:ext cx="228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05840" y="3666744"/>
            <a:ext cx="7680960" cy="987552"/>
          </a:xfrm>
          <a:prstGeom prst="rect">
            <a:avLst/>
          </a:prstGeom>
          <a:solidFill>
            <a:srgbClr val="075F5F"/>
          </a:solidFill>
          <a:ln w="12700">
            <a:solidFill>
              <a:srgbClr val="075F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721608"/>
            <a:ext cx="749808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question I still have about variables or repeated trials is…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28600"/>
            <a:ext cx="1595628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1595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SUBMIT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Submission Checklist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8229600" cy="56692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25296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Fixed diagram — Part A: variable labeled, two controls labeled, trial count noted.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8229600" cy="56692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83664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Part B questions answered — all three questions answered in complete sentences.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487168"/>
            <a:ext cx="8229600" cy="56692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54203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CER response — Part C: claim, evidence, and reasoning, 4-6 sentences total.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145536"/>
            <a:ext cx="8229600" cy="56692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2004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Revise Your Thinking — all three reflection prompts completed.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803904"/>
            <a:ext cx="8229600" cy="56692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85876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 Vocabulary check — can you define variable, control, fair test, and repeated trials?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553712"/>
            <a:ext cx="8229600" cy="34747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608576"/>
            <a:ext cx="8046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up: Lesson 2.02 — Investigation: Plan, Test, Compare, Defend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2026-07-16T18:34:46Z</dcterms:created>
  <dcterms:modified xsi:type="dcterms:W3CDTF">2026-07-16T18:34:46Z</dcterms:modified>
</cp:coreProperties>
</file>