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what they notice. Guide toward: all start with energy, all end with a visible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respond. We observe the EFFECTS of energy: motion, heat, sound. Engineers do this when testing motors, heaters, speakers.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3-4 minutes to discuss. Flashlight challenge: comparing lit vs unlit spot on same paper is the control. Accept any well-reasoned answer for strongest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one CER sentence before students write. Claim = big idea. Evidence = specific observations. Reasoning = why those observations prove the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B. Stretching the rubber band stored mechanical energy. Releasing it converted that energy into motion. The ruler is just a 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A. Light energy transformed into heat when absorbed by the dark paper. The lit spot felt warmer than the unlit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10.02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256032"/>
            <a:ext cx="237744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560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UNIT 3 ENERGY AND MOTION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58368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Causes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or Change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402336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26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measure mass before and after a change.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410712"/>
            <a:ext cx="402336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655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record data and graph results.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971800"/>
            <a:ext cx="4160520" cy="402336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266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evidence to show energy caused the result.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410712"/>
            <a:ext cx="41605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65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energy transforms between forms.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Grade Science SC.5.P.10.2 5-PS3-1 Optima Academy Online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59562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AND WONDER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Changes. One Big Idea.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run THREE energy tests. Each starts with one form of energy and ends with motion, heat, or sound.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92224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 Launcher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 band stores energy. Paper ball flies!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65176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92224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 on Dark Paper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beam hits dark paper. It warms 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51760" cy="13716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92224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Bell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tap on glass. It rings with sound.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644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all three tests have in common?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216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energy come from in each test?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78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if energy caused the change?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Happen?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start, predict what you think will happen in each test. Say WHAT and WHY.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6517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246888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- Rubber Band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let go of the stretched band, I predict the paper ball will _______ because _______.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517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64208"/>
            <a:ext cx="246888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 - Flashlight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light hits the dark paper, I predict the paper will _______ because _______.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64208"/>
            <a:ext cx="246888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 - Glass Bell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tap the glass, I predict I will _______ because _______.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50208"/>
            <a:ext cx="8412480" cy="4572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I predict... because the energy will...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Part 1 of 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1280160" cy="1554480"/>
          </a:xfrm>
          <a:prstGeom prst="rect">
            <a:avLst/>
          </a:prstGeom>
          <a:solidFill>
            <a:srgbClr val="0A5E5D"/>
          </a:solidFill>
          <a:ln w="12700">
            <a:solidFill>
              <a:srgbClr val="0A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234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cause motion or change. Energy shows up in many forms: light, heat, sound, electrical, chemical, and mechanical.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1280160" cy="1554480"/>
          </a:xfrm>
          <a:prstGeom prst="rect">
            <a:avLst/>
          </a:prstGeom>
          <a:solidFill>
            <a:srgbClr val="236D8A"/>
          </a:solidFill>
          <a:ln w="12700">
            <a:solidFill>
              <a:srgbClr val="236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9260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38328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moves from one place to another. Motion is a clear sign that energy is at 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Part 2 of 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from one form to another. Energy can transform: light energy can become heat energy.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0515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of motion or stored position. A stretched rubber band, a rolling ball, or a book held up high all have mechanical energy.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023360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see, hear, smell, or feel and record. The base of scientific evidence.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566160"/>
            <a:ext cx="402336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950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that support a claim. Motion, warming, and sound all prove energy is at work.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Always Does Something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energy was at work, look for what changed.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something move? That is mechanical energy in action.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something warm up? That is energy transforming into heat.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something make a sound? That is mechanical energy causing vibration.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is strong evidence that energy did its job.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841248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54680"/>
            <a:ext cx="73152" cy="13258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493008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see energy itself. How do scientists know it is real and doing something? Give an example from today s three tests.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 and Three-Test Plan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931920" cy="3383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A: Aim rubber band AWAY from people. It can sting.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B: Never shine flashlight in your eyes.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C: Tap glass GENTLY. A hard tap can crack it.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adult nearby for Test 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43434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1887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TESTS AT A GLANCE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1554480"/>
            <a:ext cx="41605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A: Rubber Band Launcher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band on ruler, fling paper ball.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B: Flashlight Heat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light on dark paper 60 sec, feel warmth.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C: Glass Bell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glass with metal spoon, hear ring.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test: record starting energy and ending result.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Transformation: From Start to Finish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test, energy starts in one form and ends in another. That change is called a transformation.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651760" cy="71323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9105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Mechanical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(stretched band)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27248" y="16459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0" y="1554480"/>
            <a:ext cx="2651760" cy="71323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59105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(paper ball flies)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2651760" cy="71323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973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(flashlight beam)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27248" y="25146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657600" y="2423160"/>
            <a:ext cx="265176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45973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(dark paper warms)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2651760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2841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tap)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27248" y="33832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657600" y="3291840"/>
            <a:ext cx="265176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32841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(glass rings)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474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energy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41148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change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 shows energy transforming from one form to another.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Energy Tests: Procedures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51760" cy="352044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 Launcher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250545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Stretch rubber band across one end of a ruler.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Crumple paper into a tiny ball.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Place ball at front of band.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Aim AWAY from people.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Pull back gently and let go.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Record what happened.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3520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18872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 Heat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828800"/>
            <a:ext cx="250545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 dark paper on table.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Turn on flashlight.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Hold 2-3 inches above, beam down.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Wait 60 seconds.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Touch lit spot then unlit spot.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Record what you felt.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51760" cy="3520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18872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828800"/>
            <a:ext cx="250545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 clean glass on table.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Hold metal spoon by handle.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Gently tap side of glass.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Listen carefully.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Try tapping a different part.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Record what you heard.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Observations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table into your notebook. Fill in each row after completing that test.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0472"/>
            <a:ext cx="1463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490472"/>
            <a:ext cx="21488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that started 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490472"/>
            <a:ext cx="21488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490472"/>
            <a:ext cx="21488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 observed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0D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75104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Band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9751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mechanical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(stretched band)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9751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(paper ball flies)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9751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moved; band snapped 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8412480" cy="841248"/>
          </a:xfrm>
          <a:prstGeom prst="rect">
            <a:avLst/>
          </a:prstGeom>
          <a:solidFill>
            <a:srgbClr val="EBF4FA"/>
          </a:solidFill>
          <a:ln w="6350">
            <a:solidFill>
              <a:srgbClr val="C0D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89504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8895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(flashlight beam)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8895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(dark paper warms)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8895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spot felt warmer than unlit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67328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0D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03904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Bell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38039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tap)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38039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(glass rings)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803904"/>
            <a:ext cx="2148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ring; felt vibration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each test: show starting energy with an arrow pointing to the result.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Find?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 using your real observations. Write in your notebook.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" cy="86868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1463040"/>
            <a:ext cx="7909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36192"/>
            <a:ext cx="772668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 A, what form of energy started the test? What kind of motion happened? What evidence did you see?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2560320"/>
            <a:ext cx="7909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633472"/>
            <a:ext cx="772668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B, the dark spot felt warmer. Where did that warmth come from? Use the word transform in your answer.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1480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5760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68680" y="3657600"/>
            <a:ext cx="7909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30752"/>
            <a:ext cx="772668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C, what made the sound: the glass, the spoon, or your hand? Use the words vibrate and mechanical in your answer.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Across all three tests, energy caused ___. This becomes your CER claim.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AND DEFEND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Evidence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508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1508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THINKING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says the flashlight test does not prove anything because paper warms up by itself. Use evidence from your test to disagree.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1508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73152" cy="1508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EVIDENCE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3154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three tests gave you the strongest evidence that energy causes motion or change? Why do you say that?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I know this because my data shows... The strongest test was... because I clearly observed... This proves energy was at work because...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- Evidence - Reasoning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three-test data to build a complete CER argument. Aim for 4-6 sentences total.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energy do?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data prove energy caused a result in all three tests?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472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three tests show that energy caused motion or change because...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743200" cy="3337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observe?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4505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observations: what moved, warmed, or made sound?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4015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4472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A ___. In Test B ___. In Test C ___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2743200" cy="33375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fit energy science?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4505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motion, heat, and sound prove energy is real?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4015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4472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sense because energy is the ability to cause...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Q1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Test A, where did the energy that made the paper ball fly come from?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563624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ball itself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71323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13432"/>
            <a:ext cx="640080" cy="713232"/>
          </a:xfrm>
          <a:prstGeom prst="rect">
            <a:avLst/>
          </a:prstGeom>
          <a:solidFill>
            <a:srgbClr val="1E5E38"/>
          </a:solidFill>
          <a:ln w="12700">
            <a:solidFill>
              <a:srgbClr val="1E5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1343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368296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mechanical energy stored in the stretched rubber band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18104"/>
            <a:ext cx="6400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1810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172968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22776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22776"/>
            <a:ext cx="6400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2277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77640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 of letting go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Q2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Test B, what did the light energy transform into?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71323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0" cy="713232"/>
          </a:xfrm>
          <a:prstGeom prst="rect">
            <a:avLst/>
          </a:prstGeom>
          <a:solidFill>
            <a:srgbClr val="1E5E38"/>
          </a:solidFill>
          <a:ln w="12700">
            <a:solidFill>
              <a:srgbClr val="1E5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563624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energy: you can feel the paper warming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13432"/>
            <a:ext cx="6400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1343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368296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energy: you can hear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18104"/>
            <a:ext cx="6400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1810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172968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energy: the paper moves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22776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22776"/>
            <a:ext cx="64008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2277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77640"/>
            <a:ext cx="7589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energy: the flashlight charges the paper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"/>
            <a:ext cx="219456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sound from your tapped glass is thousands of vibrations per second.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82296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 catches each one and your brain turns it into the ring you hear, all in a fraction of a second. The glass is shaking faster than you can blink.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023360" cy="2560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Dim Flashlight?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4048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flashlight is dim, try waiting 2-3 minutes or move the beam closer. Or use sunlight: put dark and light paper side by side in a sunny window. After 5-10 minutes, compare how warm each feels.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023360" cy="2560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724912"/>
            <a:ext cx="384048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test energy transformations every day. Car engineers make fuel become mechanical energy. Speaker engineers make electricity become sound. They always collect evidence, just like you did today.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A and B: Data and Evidence Questions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61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Data Table and Sketches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clear photo of your completed observation table AND your sketches from your notebook.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summary: Type your three observations as energy pairs. Example: Test A stored mechanical to motion (ball flew). Test B light energy to heat (spot felt warm). Test C mechanical tap to sound (heard a ring).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841248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0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Evidence Questions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347472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7238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099816"/>
            <a:ext cx="7973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started with energy and ended with motion, warming, or sound. What does that tell you about what energy DOES?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347472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7530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602736"/>
            <a:ext cx="7973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three tests felt like the strongest evidence? Explain why using specific observations.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78224"/>
            <a:ext cx="347472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7822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105656"/>
            <a:ext cx="7973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running Test B again but on WHITE paper instead of dark paper. What would you predict? Why?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C: Claim, Evidence, Reasoning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4-6 sentences total. Use at least two words: energy, motion, transform, mechanical, evidence.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lab data prove that energy caused motion or change in all three tests? Defend your answer using specific observations.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118872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848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2084832"/>
            <a:ext cx="7132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157984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data shows that energy caused motion or change in all three tests because...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118872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4495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3044952"/>
            <a:ext cx="7132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118104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A ___. In Test B ___. In Test C 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1188720" cy="8229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00507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4005072"/>
            <a:ext cx="7132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4078224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sense because energy is the ability to cause motion or change, and my observations show...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circle two words you used: energy, motion, transform, mechanical,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Back at Your Prediction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started, you predicted what would happen in each test. Now look at your real results. Write 3-4 sentences answering the prompts below.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75488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32688" y="1664208"/>
            <a:ext cx="7845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737360"/>
            <a:ext cx="76626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for each trial? Did your real observations match what you predicted?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75488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51760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32688" y="2651760"/>
            <a:ext cx="7845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724912"/>
            <a:ext cx="76626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 surprised you most? What was different from what you expected, and why do you think that happened?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475488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2688" y="3639312"/>
            <a:ext cx="7845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712464"/>
            <a:ext cx="76626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convincing piece of evidence you collected today that energy causes motion or change?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reflection in Canvas or in your science notebook.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"/>
            <a:ext cx="219456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502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07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Data Table and Sketches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472184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tests recorded. Sketches show starting energy and result.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37944"/>
            <a:ext cx="841248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37944"/>
            <a:ext cx="502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379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874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Evidence Questions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139696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questions answered with specific observations from your tests.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05456"/>
            <a:ext cx="8412480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05456"/>
            <a:ext cx="502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0545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542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CER Written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807208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Evidence for all three tests, and Reasoning in 4-6 sentences.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172968"/>
            <a:ext cx="841248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72968"/>
            <a:ext cx="502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729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3209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474720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sentences comparing your predictions to your real results.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840480"/>
            <a:ext cx="502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404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877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142232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lesson words used accurately in your writing.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2651760" cy="3474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5445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answers into Canvas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4526280"/>
            <a:ext cx="2651760" cy="3474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45445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data table and sketches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4526280"/>
            <a:ext cx="265176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45445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11.01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2026-08-28T16:50:03Z</dcterms:created>
  <dcterms:modified xsi:type="dcterms:W3CDTF">2026-08-28T16:50:03Z</dcterms:modified>
</cp:coreProperties>
</file>