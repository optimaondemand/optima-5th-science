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demonstrate with a real kitchen scale. Show students the numbers before and after.
Ask: "Is anyone surprised? Why would the mass stay the same when the SHAPE completely changed?"
This sets up conservation of matter — the core concept for today. Particles rearrange, never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activates particle knowledge from Lesson 3 and dissolving from Lesson 6.
Listen for: "particles just move around," "nothing was added or taken away," "the pieces are still there."
All of these are correct intuitions — today's lesson gives them the formal vocabulary.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"What is different about the ice BEFORE and AFTER melting — and what is the SAME?"
Shape is different (liquid vs. solid). But the number of water molecules is identical.
That's what conservation means: particle COUNT doesn't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Q1: the matter became gases and smoke — CO₂, water vapor, etc. It left the open system. A sealed fireplace would show zero mass loss.
For Q2: open fireplace is an open system. The gases escaped. Same principle. This does NOT disprove conservation — it demonstrates that matter left the system as 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open system scenarios (B, D): students should argue matter was NOT destroyed — it escaped. Their reasoning must explain WHERE it went.
For sealed scenarios (A, C): students argue the same mass proves conservation. Push: "What would disprove your claim?" → A sealed system with a mass change would disprove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6400800" cy="65836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4480560"/>
            <a:ext cx="27432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120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8.01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87782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Matter Disappear When It Changes?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2 — Matter   |   Week 8   |   5-PS1-2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Explain that matter is not lost when it changes form.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0720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620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Compare mass before and after a physical change.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841248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649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 scale evidence to argue matter is conserved.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590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 |  5-PS1-2  |  Conservation of Matter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Scales — Three Surprises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demonstrations with a kitchen scale. Watch the numbers: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550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Apple cut in half: whole = 182g / both halves together = 182g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951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🧊  Ice cube in sealed bag: before = 95g / after melting = 95g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352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🥄  Sugar in sealed cup of water: before = 200g / after = 200g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5661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every case — cut, melted, dissolved — the mass stayed the same. Even though matter CHANGED. Why?"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Doesn't the Mass Change?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Prediction Prompt: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 you think the mass stays the same even when matter changes shape, melts, or dissolves? Use what you know about particles."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sentences. You will return to this at the end of the lesson.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1024128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3969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prediction: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Conservation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CONSERVATION OF MATTER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never created or destroyed — it only changes form. The total amount stays the same.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PHYSICAL CHANGE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shape, size, state, or form. The PARTICLES stay the same — just rearranged.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MASS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matter in an object. Measured in grams (g) with a scale. Does NOT change during physical changes in a closed system.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63440" y="2359152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414016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CHANGE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can change shape, form, or state. But the particles — and the mass — stay the same total.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CLOSED / SEALED SYSTEM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where nothing can get in or out. Required for testing conservation — no matter can escape.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4173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877824"/>
            <a:ext cx="393192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 OPEN SYSTEM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container where matter CAN escape — as gas, vapor, or crumbs. Mass appears to decrease, but matter just LEFT the system.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59152"/>
            <a:ext cx="841248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8229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RULE: Conservation of matter is true for ALL physical changes — but you must use a SEALED system to prove it with a scale. In an open system, matter escapes and the mass APPEARS to drop — but matter was not destroyed.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Change = Particles Rearrange — Not Disappear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matter undergoes a physical change, the particles shift into a new arrangement. No particles are added. No particles are destroyed. The total stays the same.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44752"/>
            <a:ext cx="4114800" cy="1572768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961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MELTING (liquid)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liquid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spread apart.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same particles, same count.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Mass: SAME.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444752"/>
            <a:ext cx="4114800" cy="1572768"/>
          </a:xfrm>
          <a:prstGeom prst="rect">
            <a:avLst/>
          </a:prstGeom>
          <a:solidFill>
            <a:srgbClr val="0A5C5A"/>
          </a:solidFill>
          <a:ln w="12700">
            <a:solidFill>
              <a:srgbClr val="0A5C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9961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DISSOLVING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→ spread in liquid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disperse.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still there (taste it!).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Mass: SAME.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12724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Copywork: "Matter is never created or destroyed — it only changes form."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"What if the bag had a hole? Would conservation fail — or would matter just escape through the hole?"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"Sealed" Matters for Your Test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of matter is always true — but you can only PROVE it with a scale if the system is sealed.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0744"/>
            <a:ext cx="3931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SEALED SYSTEM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Sealed zip-top bag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Container with a lid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Nothing can enter or exit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before mass = after mass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Proves: matter was conserved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80744"/>
            <a:ext cx="39319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OPEN SYSTEM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 cup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Unsealed container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Vapor, gas, crumbs can leave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after mass &lt; before mass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proof matter was destroyed — it just LEFT the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7673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mass appears to decrease in an open system, the question to ask is: "Where did the matter GO?" — not "Was it destroyed?"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0619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DIAGRAMS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Particles Rearrange — Mass Stays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2651760" cy="12618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4688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→ Water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182g → 182g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5798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particles spread apart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particles, same 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749808"/>
            <a:ext cx="2651760" cy="12618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804672"/>
            <a:ext cx="24688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dissolves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200g → 200g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2103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15798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disperse in liquid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there — taste it!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749808"/>
            <a:ext cx="2651760" cy="1261872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804672"/>
            <a:ext cx="24688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cut in half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95g → 95g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103120"/>
            <a:ext cx="26517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5798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pieces, just rearranged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particles removed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7673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three cases: SAME particles, DIFFERENT arrangement, SAME mass.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Scenarios — Was Matter Conserved?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scenario, analyze whether matter was conserved. If mass appeared to change — explain WHY. Was it a sealed or open system?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548640" cy="56692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389888"/>
            <a:ext cx="438912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444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bag, ice melts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1389888"/>
            <a:ext cx="329184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4447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95g before, 95g after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048256"/>
            <a:ext cx="548640" cy="56692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2048256"/>
            <a:ext cx="438912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103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cup, water evaporates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2048256"/>
            <a:ext cx="329184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200g before, 185g after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2706624"/>
            <a:ext cx="548640" cy="56692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614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" y="2706624"/>
            <a:ext cx="438912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2761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container, baking soda + vinegar fizzes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0" y="2706624"/>
            <a:ext cx="329184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7614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125g before, 125g after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64992"/>
            <a:ext cx="548640" cy="56692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985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" y="3364992"/>
            <a:ext cx="438912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34198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Unsealed container, paper burns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3364992"/>
            <a:ext cx="329184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341985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500g before, 30g after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(1) Was matter conserved? (2) Sealed or open system? (3) If not conserved — where did the matter GO?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2139696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ANSWER KEY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Scenarios —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38912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256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749808"/>
            <a:ext cx="178308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804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749808"/>
            <a:ext cx="182880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8046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1298448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04672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749808"/>
            <a:ext cx="2788920" cy="40233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8046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225296"/>
            <a:ext cx="438912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280160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1225296"/>
            <a:ext cx="17830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1280160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bag, ice melts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0" y="1225296"/>
            <a:ext cx="18288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1280160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95g = 95g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225296"/>
            <a:ext cx="1298448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80160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225296"/>
            <a:ext cx="278892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28016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— no matter could escape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1901952"/>
            <a:ext cx="4389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1956816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" y="1901952"/>
            <a:ext cx="1783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1956816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cup, water evaporates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1901952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34640" y="195681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200g → 185g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1901952"/>
            <a:ext cx="12984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56816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APPEARED LOST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1901952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95681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15g escaped as water vapor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578608"/>
            <a:ext cx="438912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633472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8680" y="2578608"/>
            <a:ext cx="178308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2633472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Sealed, baking soda + vinegar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0" y="2578608"/>
            <a:ext cx="182880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63347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125g = 125g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578608"/>
            <a:ext cx="1298448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63347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CONSERVED 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2578608"/>
            <a:ext cx="2788920" cy="603504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263347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— gas stayed inside container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3255264"/>
            <a:ext cx="438912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310128"/>
            <a:ext cx="256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68680" y="3255264"/>
            <a:ext cx="17830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3310128"/>
            <a:ext cx="1600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paper burns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0" y="3255264"/>
            <a:ext cx="1828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0" y="3310128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500g → 30g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63440" y="3255264"/>
            <a:ext cx="129844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3310128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APPEARED LOST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035040" y="3255264"/>
            <a:ext cx="2788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331012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— gases + smoke escaped as CO₂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in Complete Sentences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scenarios showed TRUE conservation? What made them conserved — what did all conserved scenarios have in common?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Scenario B — 15g of water "disappeared." Where did it actually go? Is it still matter? Explain.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3054096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a SEALED SYSTEM matter when you are testing whether conservation occurred? What can go wrong without one?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the Evidence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0241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"Scenario D: paper mass went from 500g to 30g — almost all gone. A classmate says 'matter was destroyed when it burned.' What would you say back? Use specific evidence."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38528"/>
            <a:ext cx="8412480" cy="10241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someone weighs a log BEFORE burning (in an open fireplace) and finds the mass dropped by 400g — does this DISPROVE conservation of matter? Why or why not?"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Starters: "Matter was not destroyed because…" / "This doesn't disprove conservation because the system was…" / "The missing mass became…"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— Evidence — Reasoning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matter was conserved when the ice melted in the sealed bag (Scenario A) because…"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"The scale showed 95g before the ice melted and 95g after — the exact same number. No mass was added or removed."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8412480" cy="7772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78024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supports conservation of matter because the sealed bag meant no particles could escape. If the mass stayed the same, all the particles were still in the system."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Part C: choose one scenario (A, B, C, or D) and argue whether matter WAS or WAS NOT conserved.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1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ice cube melts in a SEALED zip-top bag. What happens to the mass?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Mass decreases — water is lighter than ice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Mass stays the same  ✓  CORRECT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Mass increases — water takes up more space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and water are the same substance — just different states. Same particles, same count. The sealed bag means nothing left. Mass stays the same.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2 of 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65836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burns in an open fireplace. The ash weighs much less than the original wood. What happened?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Matter was destroyed by the fire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841248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311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Conservation of matter failed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8412480" cy="56692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71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Matter escaped as gases and smoke — the system was open  ✓  CORRECT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carbon and hydrogen in the wood became CO₂ and water vapor — gases that escaped into the air. The system was open. Matter was conserved; it just left.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mc² — The Only Real Exception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nuclear reaction converts a tiny amount of matter directly into enormous energy. This is the ONLY known situation where matter truly "disappears" — but it produces energy instead of nothing. Every other change you will ever study in science — physical and chemical — conserves matter completely.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95728"/>
            <a:ext cx="4114800" cy="12070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5059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Extension Q1: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nuclear reaction releases energy by converting mass. If a reaction converts 0.001g of matter to energy — does this disprove conservation for everyday science? Why or why not?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2395728"/>
            <a:ext cx="4114800" cy="12070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450592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Extension Q2: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a scientist design a perfect test of conservation? What would the ideal setup look like — and what would "conservation failing" look like on a scale?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Turn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PART A — Before/After Particle Diagram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scenario (A, B, C, or D). Draw two panels: before (showing particles in starting state) and after (showing particles in new state). Label: "same particles, different arrangement" or "particles escaped — open system."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39696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PART B — Mass Evidence Questions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Which scenarios were truly conserved and why? (2) In Scenario B, where did the 15g go? (3) Why must a system be sealed to test conservation with a scale?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218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and Revise Your Thinking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— PART 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— Was Matter Conserved?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32104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scenario and write a CER arguing whether matter was or was not conserved.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CLAIM:  "I claim matter was [conserved / not destroyed] in Scenario ___ because ..."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EVIDENCE:  "The scale showed ___ g before and ___ g after. The system was [sealed/open] ..."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62179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REASONING:  "This [supports/appears to contradict] conservation because [if sealed: no particles could escape / if open: matter left as gas/vapor] ..."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sentences. Use words: conservation, particles, sealed, mass.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7C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to Your Prediction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B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you wrote about why mass stays the same when matter changes.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Did your prediction mention particles rearranging? Add that language now if you didn't use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Did you think about SEALED vs. OPEN systems? How does the container change what the scale shows?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84124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16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2–3 sentences: why is "matter is never created or destroyed" always true — even when a scale seems to show a mass drop?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8.01 — Submission Checklist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A — Before/after particle diagram: both panels labeled, shows particles rearranging not disappearing.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647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— Three mass evidence questions answered in complete sentences.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C — CER: mass data as evidence + sealed/open system reasoning.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9864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53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2–3 sentences using "particles," "sealed system," and "conservation."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8412480" cy="5212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47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 check — conservation, physical change, mass, sealed/closed system used accurately.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Lesson 8.02 — Investigation: Mass Before and After Change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8.01 — Does Matter Disappear When It Changes?</dc:title>
  <dc:subject>PptxGenJS Presentation</dc:subject>
  <dc:creator>PptxGenJS</dc:creator>
  <cp:lastModifiedBy>PptxGenJS</cp:lastModifiedBy>
  <cp:revision>1</cp:revision>
  <dcterms:created xsi:type="dcterms:W3CDTF">2026-07-16T18:50:51Z</dcterms:created>
  <dcterms:modified xsi:type="dcterms:W3CDTF">2026-07-16T18:50:51Z</dcterms:modified>
</cp:coreProperties>
</file>