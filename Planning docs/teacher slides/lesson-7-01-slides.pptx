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or display: a magnet, a strainer/sieve, a cup of water.
Ask: "Which tool matches which material? And why?"
Target: magnet → paper clips (magnetic); sieve → rice (size); water → if there were salt (solubility). Connect: each tool uses a different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independently. Look for: do they name the property (magnetism, size difference, solubility) or just the tool (magnet, strainer)? Both are good starting points — today's lesson will add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each method: ask "What property is doing the work here?"
Stress ORDER: sometimes the wrong order ruins a step. Ask: "What would happen if you added water BEFORE using the magnet on iron filings + salt?"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Q1: water makes iron filings wet and muddy → harder to pull out with magnet. Also, salt dissolves before you can sieve it.
For Q2: water treatment uses filtration (size) for particles and chemical treatment for dissolved substances. Recycling uses magnetism to sort steel cans.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reasoning must explain WHY the order matters — not just what the steps are.
Push: "What is your evidence that order matters?" → If you can't do the sieve step after water, the reasoning proves order is critical.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87782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Mixtures Be Separated?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 |   Week 7   |   SC.5.P.8.3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59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Name three ways scientists separate mixtures.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80720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Match each method to the property it uses.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1012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64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a step-by-step separation of a mystery mixture.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 |  SC.5.P.8.3  |  Separating Mixtures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Rice + Paper Clips + Sand — All in One Bowl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get back to three separate piles — without using your fingers to pick through everything. There are three different tools on the table. Which tool would you use for which material, and why?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8412480" cy="6217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4825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NOTICE: "What is different about rice, paper clips, and sand that you could use to pull them apart?"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706624"/>
            <a:ext cx="8412480" cy="62179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614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WONDER: "Could one tool do the whole job? Why or why not?"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PROPERTIES — what is special about each material that no other material in the mix has?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Tools Would You Use?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Prediction Prompt: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tools would you use to separate rice, paper clips, and sand? Explain WHY each tool would work for each specific material."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sentences. You will compare this to the methods you learn today.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10241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MIXTURE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materials combined. Each material keeps its own properties. Usually can be separated.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SEPARATE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mixture apart into its individual materials. Use a property difference to do the work.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 MAGNETISM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used to pull out iron or steel. Other materials (sand, rice, salt) do not respond to a magnet.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359152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14016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  SIEVE / FILTER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with holes. Separates by PARTICLE SIZE — small pieces pass through; large ones stay behind.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Key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DISSOLVE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materials pass into water. Insoluble ones stay behind. Used to separate by solubility.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PROPERTY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a separation method USES. Each method targets one specific property difference.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8229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IDEA: Each separation method works because ONE material has a property the others lack.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→ only iron/steel is magnetic. Sieve → only large particles are blocked. Water → only soluble materials dissolve.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Methods — Three Property Differences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01168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MAGNETISM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2286000" cy="8961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83210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magnet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2651760" cy="896112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83210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iron/steel while other materials are unaffected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777240"/>
            <a:ext cx="123444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832104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property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201168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3794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 SIEVING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1783080"/>
            <a:ext cx="2286000" cy="8961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83794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strainer or filter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783080"/>
            <a:ext cx="2651760" cy="896112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8379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particles blocked; small ones pass through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1783080"/>
            <a:ext cx="123444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837944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size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01168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4378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DISSOLVING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2788920"/>
            <a:ext cx="2286000" cy="8961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8437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water; then filter or evaporate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788920"/>
            <a:ext cx="2651760" cy="896112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84378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material enters water; insoluble stays behind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89520" y="2788920"/>
            <a:ext cx="123444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843784"/>
            <a:ext cx="1051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Solubility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90652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9065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METHOD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at Each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5603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🧲 MAGNET STEP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magnet above or sweep through the mix.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Iron/steel → moves toward magnet, can be lifted out.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Sand, rice, salt → not affected.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iron/steel removed from mix.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74980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804672"/>
            <a:ext cx="25603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🔳 SIEVE STEP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mix through strainer.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particles (e.g., rice, marbles) → stay in strainer.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particles (e.g., sand) → fall through holes.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two size groups separated.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749808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804672"/>
            <a:ext cx="25603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STEP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 and stir.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Soluble material (e.g., salt) → dissolves, enters water.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Insoluble (e.g., sand) → stays solid.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 evaporate to recover each.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FLOWCHART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Pile → Three Separate Materials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749808"/>
            <a:ext cx="27432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804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PILE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filings + rice + salt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389888"/>
            <a:ext cx="18288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783080"/>
            <a:ext cx="5120640" cy="65836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8379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MAGNET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magnet → iron filings come out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used: magnetism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2514600"/>
            <a:ext cx="18288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907792"/>
            <a:ext cx="512064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9626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SIEVE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through strainer → rice stays, salt + fine material falls through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used: particle size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639312"/>
            <a:ext cx="18288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4005072"/>
            <a:ext cx="5120640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4059936"/>
            <a:ext cx="4937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WATER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 → salt dissolves; filter to get sand/fine material out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used: solubility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Separations for Three Mystery Mixtures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mixture below, write a step-by-step separation plan. Name the method AND the property it uses at each step.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71323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1: Iron filings + sand + salt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Three steps needed. What order? What goes wrong if you add water FIRST?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8412480" cy="71323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31136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2: Marbles + rice + baking soda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two sieve sizes + one water step. In what order?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62656"/>
            <a:ext cx="8412480" cy="71323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3: Paper clips + sawdust + sugar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comes first? Hint: one material floats, one sinks, one is magnetic.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step: name the tool, the property it uses, and which material it removes.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13969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Mixtures — Step-by-Step Plans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371600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777240"/>
            <a:ext cx="6949440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832104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Magnet (magnetism) → iron filings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Add water + stir (solubility) → salt dissolves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Filter (size) → sand stays in filter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892808"/>
            <a:ext cx="6949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947672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Large sieve (size) → marbles stay 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Small sieve (size) → rice stays in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water (solubility) → baking soda dissolves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08376"/>
            <a:ext cx="1371600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3008376"/>
            <a:ext cx="6949440" cy="100584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063240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Magnet (magnetism) → paper clips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Add water (solubility + density) → sugar dissolves, sawdust floats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Filter (size) → sawdust stays in 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"In Mix 1, why does ORDER matter? What goes wrong if you add water BEFORE using the magnet?"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Complete Sentences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 Mix 1, which step uses SIZE as a property? Which uses MAGNETISM? Which uses SOLUBILITY?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tool would you use in Step 2 of Mix 3? Explain why that specific tool works for sawdust.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54096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Can you always separate a mixture completely? Describe a situation where a separation might leave materials still mixed.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Matters — Defend Your Reasoning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241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wants to separate iron filings + salt + sand by adding water FIRST, then using a magnet. What is the problem with this order? What goes wrong at each step?"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10241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of the three separation methods could be used in real life — like water treatment or recycling? Explain how the method is applied in that real context."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"The problem with adding water first is…" / "In water treatment, they use ___ because…" / "The property being used is…"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— Evidence — Reasoning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"To separate iron filings + sand + salt, I would first use a magnet because magnetism is the most targeted property in this mix."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"The evidence is that iron filings are attracted to magnets while sand and salt are not — so the magnet pulls ONLY iron filings out of the mix."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7802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order matters because adding water first would dissolve the salt BEFORE I can sieve it, and wet iron filings are harder to pull out magnetically."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 C: write a CER defending the ORDER of steps in your separation plan.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property does a sieve/filter use to separate a mixture?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Magnetism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Particle size  ✓  CORRECT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Solubility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sieve has holes of a specific size — large particles cannot pass through while small ones can. That is particle size doing the work.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separate salt from sand, which method works best?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Use a magnet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Use a sieve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Add water — salt dissolves, sand does not  ✓  CORRECT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salt nor sand is magnetic. Their particle sizes are similar so sieving is unreliable. Solubility is the key property difference — only salt dissolves.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Panning Uses Density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prospectors in the 1800s separated gold from sand and gravel by shaking a pan in water. Gold is so dense it sinks to the bottom faster than sand. The lighter sand washes away with the water — the gold stays. Same idea as sieving: use a property difference (density) to let the separation happen automatically.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114800" cy="12070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78024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Extension Q1: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panning uses density. Which of our three methods (magnet, sieve, dissolve) is most similar to density separation? Explain the comparison.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423160"/>
            <a:ext cx="4114800" cy="12070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478024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Extension Q2: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wanted to separate a mixture of aluminum cans and steel cans — which separation method would you use? Which property are you exploiting?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Turn 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PART A — Separation Flowchart Diagram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three-step flowchart for Mix 1 (iron filings + sand + salt). Label each step: tool used, property being used, material removed.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969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B — Method Matching Questions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Which method uses magnetism? (2) What property does a sieve use? (3) Why would adding water BEFORE the magnet step ruin Mix 1's separation?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and Revise Your Thinking are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PART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— Plan and Justify a Separation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Mix 2 or Mix 3. Write a CER defending the order of your three separation steps.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"To separate [name mixture], I would first use [method] because 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"The evidence is that [material] has [property] while the others do not — for example ..."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order matters because if I [did a different step first], it would [cause a specific problem] ..."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sentences. Name the property used at EACH step.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Your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and read your prediction about tools for separating rice, paper clips, and sand.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Did your prediction name the PROPERTY that each tool uses, or just the tool itself? Add the property names now if you didn't.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Did you think about ORDER in your prediction? What would you add now about why order matters?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2–3 sentences: how do scientists use PROPERTIES to do the work of separation — instead of picking by hand?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7.01 — Submission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Flowchart: 3 steps labeled with tool, property used, and material removed.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Three questions answered in complete sentences, citing specific properties.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CER: claim + property evidence + reasoning that explains why ORDER matters.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2–3 sentences connecting property differences to separation methods.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 check — mixture, separate, magnetism, sieve, solubility used accurately.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7.02 — Investigation: Separate a Solid Mixture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7.01 — How Can Mixtures Be Separated?</dc:title>
  <dc:subject>PptxGenJS Presentation</dc:subject>
  <dc:creator>PptxGenJS</dc:creator>
  <cp:lastModifiedBy>PptxGenJS</cp:lastModifiedBy>
  <cp:revision>1</cp:revision>
  <dcterms:created xsi:type="dcterms:W3CDTF">2026-07-16T18:50:51Z</dcterms:created>
  <dcterms:modified xsi:type="dcterms:W3CDTF">2026-07-16T18:50:51Z</dcterms:modified>
</cp:coreProperties>
</file>